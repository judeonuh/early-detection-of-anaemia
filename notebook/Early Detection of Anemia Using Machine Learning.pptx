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58" r:id="rId3"/>
    <p:sldId id="259" r:id="rId4"/>
    <p:sldId id="260" r:id="rId5"/>
    <p:sldId id="265" r:id="rId6"/>
    <p:sldId id="261" r:id="rId7"/>
    <p:sldId id="264" r:id="rId8"/>
    <p:sldId id="263" r:id="rId9"/>
    <p:sldId id="262" r:id="rId10"/>
    <p:sldId id="266" r:id="rId11"/>
    <p:sldId id="273" r:id="rId12"/>
    <p:sldId id="274" r:id="rId13"/>
    <p:sldId id="275" r:id="rId14"/>
    <p:sldId id="272" r:id="rId15"/>
    <p:sldId id="269"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1B3147-FDDA-4923-9800-551C77B12AD3}" v="15" dt="2026-02-09T17:04:41.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5" autoAdjust="0"/>
    <p:restoredTop sz="94660"/>
  </p:normalViewPr>
  <p:slideViewPr>
    <p:cSldViewPr snapToGrid="0">
      <p:cViewPr varScale="1">
        <p:scale>
          <a:sx n="99" d="100"/>
          <a:sy n="99" d="100"/>
        </p:scale>
        <p:origin x="102"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mbu Sithole" userId="87226c63-c74c-4f87-bc11-3ee9475cd3a5" providerId="ADAL" clId="{512484A5-C76E-49D5-9A49-883EFE2024A4}"/>
    <pc:docChg chg="undo custSel addSld delSld modSld sldOrd">
      <pc:chgData name="Nombu Sithole" userId="87226c63-c74c-4f87-bc11-3ee9475cd3a5" providerId="ADAL" clId="{512484A5-C76E-49D5-9A49-883EFE2024A4}" dt="2026-02-09T17:15:01.496" v="258" actId="26606"/>
      <pc:docMkLst>
        <pc:docMk/>
      </pc:docMkLst>
      <pc:sldChg chg="addSp delSp modSp del mod setBg">
        <pc:chgData name="Nombu Sithole" userId="87226c63-c74c-4f87-bc11-3ee9475cd3a5" providerId="ADAL" clId="{512484A5-C76E-49D5-9A49-883EFE2024A4}" dt="2026-02-09T17:06:35.234" v="205" actId="47"/>
        <pc:sldMkLst>
          <pc:docMk/>
          <pc:sldMk cId="964521809" sldId="256"/>
        </pc:sldMkLst>
        <pc:spChg chg="mod">
          <ac:chgData name="Nombu Sithole" userId="87226c63-c74c-4f87-bc11-3ee9475cd3a5" providerId="ADAL" clId="{512484A5-C76E-49D5-9A49-883EFE2024A4}" dt="2026-02-09T17:06:25.110" v="203" actId="26606"/>
          <ac:spMkLst>
            <pc:docMk/>
            <pc:sldMk cId="964521809" sldId="256"/>
            <ac:spMk id="2" creationId="{13C83C4D-ABBF-13A3-016D-4B502DB01B37}"/>
          </ac:spMkLst>
        </pc:spChg>
        <pc:spChg chg="mod">
          <ac:chgData name="Nombu Sithole" userId="87226c63-c74c-4f87-bc11-3ee9475cd3a5" providerId="ADAL" clId="{512484A5-C76E-49D5-9A49-883EFE2024A4}" dt="2026-02-09T17:06:25.110" v="203" actId="26606"/>
          <ac:spMkLst>
            <pc:docMk/>
            <pc:sldMk cId="964521809" sldId="256"/>
            <ac:spMk id="3" creationId="{D13C49C5-C860-93CF-333E-90752461ADCA}"/>
          </ac:spMkLst>
        </pc:spChg>
        <pc:spChg chg="add del">
          <ac:chgData name="Nombu Sithole" userId="87226c63-c74c-4f87-bc11-3ee9475cd3a5" providerId="ADAL" clId="{512484A5-C76E-49D5-9A49-883EFE2024A4}" dt="2026-02-09T17:06:25.110" v="203" actId="26606"/>
          <ac:spMkLst>
            <pc:docMk/>
            <pc:sldMk cId="964521809" sldId="256"/>
            <ac:spMk id="8" creationId="{0E30439A-8A5B-46EC-8283-9B6B031D40D0}"/>
          </ac:spMkLst>
        </pc:spChg>
        <pc:spChg chg="add del">
          <ac:chgData name="Nombu Sithole" userId="87226c63-c74c-4f87-bc11-3ee9475cd3a5" providerId="ADAL" clId="{512484A5-C76E-49D5-9A49-883EFE2024A4}" dt="2026-02-09T17:06:25.110" v="203" actId="26606"/>
          <ac:spMkLst>
            <pc:docMk/>
            <pc:sldMk cId="964521809" sldId="256"/>
            <ac:spMk id="10" creationId="{5CEAD642-85CF-4750-8432-7C80C901F001}"/>
          </ac:spMkLst>
        </pc:spChg>
        <pc:spChg chg="add del">
          <ac:chgData name="Nombu Sithole" userId="87226c63-c74c-4f87-bc11-3ee9475cd3a5" providerId="ADAL" clId="{512484A5-C76E-49D5-9A49-883EFE2024A4}" dt="2026-02-09T17:06:25.110" v="203" actId="26606"/>
          <ac:spMkLst>
            <pc:docMk/>
            <pc:sldMk cId="964521809" sldId="256"/>
            <ac:spMk id="12" creationId="{FA33EEAE-15D5-4119-8C1E-89D943F911EF}"/>
          </ac:spMkLst>
        </pc:spChg>
        <pc:spChg chg="add del">
          <ac:chgData name="Nombu Sithole" userId="87226c63-c74c-4f87-bc11-3ee9475cd3a5" providerId="ADAL" clId="{512484A5-C76E-49D5-9A49-883EFE2024A4}" dt="2026-02-09T17:06:25.110" v="203" actId="26606"/>
          <ac:spMkLst>
            <pc:docMk/>
            <pc:sldMk cId="964521809" sldId="256"/>
            <ac:spMk id="14" creationId="{730D8B3B-9B80-4025-B934-26DC7D7CD231}"/>
          </ac:spMkLst>
        </pc:spChg>
        <pc:spChg chg="add del">
          <ac:chgData name="Nombu Sithole" userId="87226c63-c74c-4f87-bc11-3ee9475cd3a5" providerId="ADAL" clId="{512484A5-C76E-49D5-9A49-883EFE2024A4}" dt="2026-02-09T17:06:25.110" v="203" actId="26606"/>
          <ac:spMkLst>
            <pc:docMk/>
            <pc:sldMk cId="964521809" sldId="256"/>
            <ac:spMk id="16" creationId="{B5A1B09C-1565-46F8-B70F-621C5EB48A09}"/>
          </ac:spMkLst>
        </pc:spChg>
        <pc:spChg chg="add del">
          <ac:chgData name="Nombu Sithole" userId="87226c63-c74c-4f87-bc11-3ee9475cd3a5" providerId="ADAL" clId="{512484A5-C76E-49D5-9A49-883EFE2024A4}" dt="2026-02-09T17:06:25.110" v="203" actId="26606"/>
          <ac:spMkLst>
            <pc:docMk/>
            <pc:sldMk cId="964521809" sldId="256"/>
            <ac:spMk id="18" creationId="{8C516CC8-80AC-446C-A56E-9F54B7210402}"/>
          </ac:spMkLst>
        </pc:spChg>
        <pc:spChg chg="add del">
          <ac:chgData name="Nombu Sithole" userId="87226c63-c74c-4f87-bc11-3ee9475cd3a5" providerId="ADAL" clId="{512484A5-C76E-49D5-9A49-883EFE2024A4}" dt="2026-02-09T17:06:25.110" v="203" actId="26606"/>
          <ac:spMkLst>
            <pc:docMk/>
            <pc:sldMk cId="964521809" sldId="256"/>
            <ac:spMk id="20" creationId="{53947E58-F088-49F1-A3D1-DEA690192E84}"/>
          </ac:spMkLst>
        </pc:spChg>
      </pc:sldChg>
      <pc:sldChg chg="modSp del mod">
        <pc:chgData name="Nombu Sithole" userId="87226c63-c74c-4f87-bc11-3ee9475cd3a5" providerId="ADAL" clId="{512484A5-C76E-49D5-9A49-883EFE2024A4}" dt="2026-02-09T17:08:06.946" v="223" actId="47"/>
        <pc:sldMkLst>
          <pc:docMk/>
          <pc:sldMk cId="2853875316" sldId="257"/>
        </pc:sldMkLst>
        <pc:spChg chg="mod">
          <ac:chgData name="Nombu Sithole" userId="87226c63-c74c-4f87-bc11-3ee9475cd3a5" providerId="ADAL" clId="{512484A5-C76E-49D5-9A49-883EFE2024A4}" dt="2026-02-09T16:46:22.236" v="30" actId="404"/>
          <ac:spMkLst>
            <pc:docMk/>
            <pc:sldMk cId="2853875316" sldId="257"/>
            <ac:spMk id="2" creationId="{0E337A37-43D0-C9A2-A18F-E805BA60C288}"/>
          </ac:spMkLst>
        </pc:spChg>
      </pc:sldChg>
      <pc:sldChg chg="addSp delSp modSp mod setBg">
        <pc:chgData name="Nombu Sithole" userId="87226c63-c74c-4f87-bc11-3ee9475cd3a5" providerId="ADAL" clId="{512484A5-C76E-49D5-9A49-883EFE2024A4}" dt="2026-02-09T17:12:02.100" v="243" actId="26606"/>
        <pc:sldMkLst>
          <pc:docMk/>
          <pc:sldMk cId="1717070148" sldId="258"/>
        </pc:sldMkLst>
        <pc:spChg chg="mod">
          <ac:chgData name="Nombu Sithole" userId="87226c63-c74c-4f87-bc11-3ee9475cd3a5" providerId="ADAL" clId="{512484A5-C76E-49D5-9A49-883EFE2024A4}" dt="2026-02-09T17:12:02.100" v="243" actId="26606"/>
          <ac:spMkLst>
            <pc:docMk/>
            <pc:sldMk cId="1717070148" sldId="258"/>
            <ac:spMk id="2" creationId="{B02F5737-B02F-0E88-538C-936BCE0D6C80}"/>
          </ac:spMkLst>
        </pc:spChg>
        <pc:spChg chg="mod">
          <ac:chgData name="Nombu Sithole" userId="87226c63-c74c-4f87-bc11-3ee9475cd3a5" providerId="ADAL" clId="{512484A5-C76E-49D5-9A49-883EFE2024A4}" dt="2026-02-09T17:12:02.100" v="243" actId="26606"/>
          <ac:spMkLst>
            <pc:docMk/>
            <pc:sldMk cId="1717070148" sldId="258"/>
            <ac:spMk id="3" creationId="{88DB4E19-1BEB-7A96-C0BC-D22FDFF3C2F0}"/>
          </ac:spMkLst>
        </pc:spChg>
        <pc:spChg chg="add del">
          <ac:chgData name="Nombu Sithole" userId="87226c63-c74c-4f87-bc11-3ee9475cd3a5" providerId="ADAL" clId="{512484A5-C76E-49D5-9A49-883EFE2024A4}" dt="2026-02-09T17:12:02.100" v="243" actId="26606"/>
          <ac:spMkLst>
            <pc:docMk/>
            <pc:sldMk cId="1717070148" sldId="258"/>
            <ac:spMk id="9" creationId="{C0763A76-9F1C-4FC5-82B7-DD475DA461B2}"/>
          </ac:spMkLst>
        </pc:spChg>
        <pc:spChg chg="add del">
          <ac:chgData name="Nombu Sithole" userId="87226c63-c74c-4f87-bc11-3ee9475cd3a5" providerId="ADAL" clId="{512484A5-C76E-49D5-9A49-883EFE2024A4}" dt="2026-02-09T17:12:02.100" v="243" actId="26606"/>
          <ac:spMkLst>
            <pc:docMk/>
            <pc:sldMk cId="1717070148" sldId="258"/>
            <ac:spMk id="11" creationId="{E81BF4F6-F2CF-4984-9D14-D6966D92F99F}"/>
          </ac:spMkLst>
        </pc:spChg>
        <pc:spChg chg="add">
          <ac:chgData name="Nombu Sithole" userId="87226c63-c74c-4f87-bc11-3ee9475cd3a5" providerId="ADAL" clId="{512484A5-C76E-49D5-9A49-883EFE2024A4}" dt="2026-02-09T17:12:02.100" v="243" actId="26606"/>
          <ac:spMkLst>
            <pc:docMk/>
            <pc:sldMk cId="1717070148" sldId="258"/>
            <ac:spMk id="16" creationId="{FFD44BAB-2F3A-4B95-B9D3-E5B819787FF3}"/>
          </ac:spMkLst>
        </pc:spChg>
        <pc:grpChg chg="add">
          <ac:chgData name="Nombu Sithole" userId="87226c63-c74c-4f87-bc11-3ee9475cd3a5" providerId="ADAL" clId="{512484A5-C76E-49D5-9A49-883EFE2024A4}" dt="2026-02-09T17:12:02.100" v="243" actId="26606"/>
          <ac:grpSpMkLst>
            <pc:docMk/>
            <pc:sldMk cId="1717070148" sldId="258"/>
            <ac:grpSpMk id="18" creationId="{5C6AE2F4-5A2E-4357-A1D8-6142F9BDC8E3}"/>
          </ac:grpSpMkLst>
        </pc:grpChg>
        <pc:picChg chg="add mod">
          <ac:chgData name="Nombu Sithole" userId="87226c63-c74c-4f87-bc11-3ee9475cd3a5" providerId="ADAL" clId="{512484A5-C76E-49D5-9A49-883EFE2024A4}" dt="2026-02-09T17:12:02.100" v="243" actId="26606"/>
          <ac:picMkLst>
            <pc:docMk/>
            <pc:sldMk cId="1717070148" sldId="258"/>
            <ac:picMk id="5" creationId="{67243B34-6BEE-9338-D5E3-B50F367405F9}"/>
          </ac:picMkLst>
        </pc:picChg>
      </pc:sldChg>
      <pc:sldChg chg="addSp delSp modSp mod setBg">
        <pc:chgData name="Nombu Sithole" userId="87226c63-c74c-4f87-bc11-3ee9475cd3a5" providerId="ADAL" clId="{512484A5-C76E-49D5-9A49-883EFE2024A4}" dt="2026-02-09T17:12:05.336" v="244" actId="26606"/>
        <pc:sldMkLst>
          <pc:docMk/>
          <pc:sldMk cId="2995274536" sldId="259"/>
        </pc:sldMkLst>
        <pc:spChg chg="mod">
          <ac:chgData name="Nombu Sithole" userId="87226c63-c74c-4f87-bc11-3ee9475cd3a5" providerId="ADAL" clId="{512484A5-C76E-49D5-9A49-883EFE2024A4}" dt="2026-02-09T17:12:05.336" v="244" actId="26606"/>
          <ac:spMkLst>
            <pc:docMk/>
            <pc:sldMk cId="2995274536" sldId="259"/>
            <ac:spMk id="2" creationId="{3B0004F9-63AD-64BB-0E45-FF206AA52465}"/>
          </ac:spMkLst>
        </pc:spChg>
        <pc:spChg chg="mod">
          <ac:chgData name="Nombu Sithole" userId="87226c63-c74c-4f87-bc11-3ee9475cd3a5" providerId="ADAL" clId="{512484A5-C76E-49D5-9A49-883EFE2024A4}" dt="2026-02-09T17:12:05.336" v="244" actId="26606"/>
          <ac:spMkLst>
            <pc:docMk/>
            <pc:sldMk cId="2995274536" sldId="259"/>
            <ac:spMk id="3" creationId="{2D0397F3-218F-1973-0E60-4BB4604CC849}"/>
          </ac:spMkLst>
        </pc:spChg>
        <pc:spChg chg="add del">
          <ac:chgData name="Nombu Sithole" userId="87226c63-c74c-4f87-bc11-3ee9475cd3a5" providerId="ADAL" clId="{512484A5-C76E-49D5-9A49-883EFE2024A4}" dt="2026-02-09T17:12:05.336" v="244" actId="26606"/>
          <ac:spMkLst>
            <pc:docMk/>
            <pc:sldMk cId="2995274536" sldId="259"/>
            <ac:spMk id="9" creationId="{C0763A76-9F1C-4FC5-82B7-DD475DA461B2}"/>
          </ac:spMkLst>
        </pc:spChg>
        <pc:spChg chg="add del">
          <ac:chgData name="Nombu Sithole" userId="87226c63-c74c-4f87-bc11-3ee9475cd3a5" providerId="ADAL" clId="{512484A5-C76E-49D5-9A49-883EFE2024A4}" dt="2026-02-09T17:12:05.336" v="244" actId="26606"/>
          <ac:spMkLst>
            <pc:docMk/>
            <pc:sldMk cId="2995274536" sldId="259"/>
            <ac:spMk id="11" creationId="{E81BF4F6-F2CF-4984-9D14-D6966D92F99F}"/>
          </ac:spMkLst>
        </pc:spChg>
        <pc:spChg chg="add">
          <ac:chgData name="Nombu Sithole" userId="87226c63-c74c-4f87-bc11-3ee9475cd3a5" providerId="ADAL" clId="{512484A5-C76E-49D5-9A49-883EFE2024A4}" dt="2026-02-09T17:12:05.336" v="244" actId="26606"/>
          <ac:spMkLst>
            <pc:docMk/>
            <pc:sldMk cId="2995274536" sldId="259"/>
            <ac:spMk id="16" creationId="{FFD44BAB-2F3A-4B95-B9D3-E5B819787FF3}"/>
          </ac:spMkLst>
        </pc:spChg>
        <pc:grpChg chg="add">
          <ac:chgData name="Nombu Sithole" userId="87226c63-c74c-4f87-bc11-3ee9475cd3a5" providerId="ADAL" clId="{512484A5-C76E-49D5-9A49-883EFE2024A4}" dt="2026-02-09T17:12:05.336" v="244" actId="26606"/>
          <ac:grpSpMkLst>
            <pc:docMk/>
            <pc:sldMk cId="2995274536" sldId="259"/>
            <ac:grpSpMk id="18" creationId="{5C6AE2F4-5A2E-4357-A1D8-6142F9BDC8E3}"/>
          </ac:grpSpMkLst>
        </pc:grpChg>
        <pc:picChg chg="add mod">
          <ac:chgData name="Nombu Sithole" userId="87226c63-c74c-4f87-bc11-3ee9475cd3a5" providerId="ADAL" clId="{512484A5-C76E-49D5-9A49-883EFE2024A4}" dt="2026-02-09T17:12:05.336" v="244" actId="26606"/>
          <ac:picMkLst>
            <pc:docMk/>
            <pc:sldMk cId="2995274536" sldId="259"/>
            <ac:picMk id="5" creationId="{1CB96408-63EB-D3D5-5B28-B7D58A2E84C2}"/>
          </ac:picMkLst>
        </pc:picChg>
      </pc:sldChg>
      <pc:sldChg chg="addSp delSp modSp mod setBg">
        <pc:chgData name="Nombu Sithole" userId="87226c63-c74c-4f87-bc11-3ee9475cd3a5" providerId="ADAL" clId="{512484A5-C76E-49D5-9A49-883EFE2024A4}" dt="2026-02-09T17:12:08.301" v="245" actId="26606"/>
        <pc:sldMkLst>
          <pc:docMk/>
          <pc:sldMk cId="3134704567" sldId="260"/>
        </pc:sldMkLst>
        <pc:spChg chg="mod">
          <ac:chgData name="Nombu Sithole" userId="87226c63-c74c-4f87-bc11-3ee9475cd3a5" providerId="ADAL" clId="{512484A5-C76E-49D5-9A49-883EFE2024A4}" dt="2026-02-09T17:12:08.301" v="245" actId="26606"/>
          <ac:spMkLst>
            <pc:docMk/>
            <pc:sldMk cId="3134704567" sldId="260"/>
            <ac:spMk id="2" creationId="{A0AE825E-8E40-E20F-8B7D-37BCC4BC95F4}"/>
          </ac:spMkLst>
        </pc:spChg>
        <pc:spChg chg="mod">
          <ac:chgData name="Nombu Sithole" userId="87226c63-c74c-4f87-bc11-3ee9475cd3a5" providerId="ADAL" clId="{512484A5-C76E-49D5-9A49-883EFE2024A4}" dt="2026-02-09T17:12:08.301" v="245" actId="26606"/>
          <ac:spMkLst>
            <pc:docMk/>
            <pc:sldMk cId="3134704567" sldId="260"/>
            <ac:spMk id="3" creationId="{2CD45471-6554-28D9-0581-94714CD1C7D6}"/>
          </ac:spMkLst>
        </pc:spChg>
        <pc:spChg chg="add del">
          <ac:chgData name="Nombu Sithole" userId="87226c63-c74c-4f87-bc11-3ee9475cd3a5" providerId="ADAL" clId="{512484A5-C76E-49D5-9A49-883EFE2024A4}" dt="2026-02-09T17:12:08.301" v="245" actId="26606"/>
          <ac:spMkLst>
            <pc:docMk/>
            <pc:sldMk cId="3134704567" sldId="260"/>
            <ac:spMk id="9" creationId="{C0763A76-9F1C-4FC5-82B7-DD475DA461B2}"/>
          </ac:spMkLst>
        </pc:spChg>
        <pc:spChg chg="add del">
          <ac:chgData name="Nombu Sithole" userId="87226c63-c74c-4f87-bc11-3ee9475cd3a5" providerId="ADAL" clId="{512484A5-C76E-49D5-9A49-883EFE2024A4}" dt="2026-02-09T17:12:08.301" v="245" actId="26606"/>
          <ac:spMkLst>
            <pc:docMk/>
            <pc:sldMk cId="3134704567" sldId="260"/>
            <ac:spMk id="11" creationId="{E81BF4F6-F2CF-4984-9D14-D6966D92F99F}"/>
          </ac:spMkLst>
        </pc:spChg>
        <pc:spChg chg="add">
          <ac:chgData name="Nombu Sithole" userId="87226c63-c74c-4f87-bc11-3ee9475cd3a5" providerId="ADAL" clId="{512484A5-C76E-49D5-9A49-883EFE2024A4}" dt="2026-02-09T17:12:08.301" v="245" actId="26606"/>
          <ac:spMkLst>
            <pc:docMk/>
            <pc:sldMk cId="3134704567" sldId="260"/>
            <ac:spMk id="16" creationId="{FFD44BAB-2F3A-4B95-B9D3-E5B819787FF3}"/>
          </ac:spMkLst>
        </pc:spChg>
        <pc:grpChg chg="add">
          <ac:chgData name="Nombu Sithole" userId="87226c63-c74c-4f87-bc11-3ee9475cd3a5" providerId="ADAL" clId="{512484A5-C76E-49D5-9A49-883EFE2024A4}" dt="2026-02-09T17:12:08.301" v="245" actId="26606"/>
          <ac:grpSpMkLst>
            <pc:docMk/>
            <pc:sldMk cId="3134704567" sldId="260"/>
            <ac:grpSpMk id="18" creationId="{5C6AE2F4-5A2E-4357-A1D8-6142F9BDC8E3}"/>
          </ac:grpSpMkLst>
        </pc:grpChg>
        <pc:picChg chg="add mod">
          <ac:chgData name="Nombu Sithole" userId="87226c63-c74c-4f87-bc11-3ee9475cd3a5" providerId="ADAL" clId="{512484A5-C76E-49D5-9A49-883EFE2024A4}" dt="2026-02-09T17:12:08.301" v="245" actId="26606"/>
          <ac:picMkLst>
            <pc:docMk/>
            <pc:sldMk cId="3134704567" sldId="260"/>
            <ac:picMk id="5" creationId="{9A071D81-8559-A179-1C6F-089334CD7D99}"/>
          </ac:picMkLst>
        </pc:picChg>
      </pc:sldChg>
      <pc:sldChg chg="addSp delSp modSp mod setBg">
        <pc:chgData name="Nombu Sithole" userId="87226c63-c74c-4f87-bc11-3ee9475cd3a5" providerId="ADAL" clId="{512484A5-C76E-49D5-9A49-883EFE2024A4}" dt="2026-02-09T17:12:13.750" v="247" actId="26606"/>
        <pc:sldMkLst>
          <pc:docMk/>
          <pc:sldMk cId="3975058595" sldId="261"/>
        </pc:sldMkLst>
        <pc:spChg chg="mod">
          <ac:chgData name="Nombu Sithole" userId="87226c63-c74c-4f87-bc11-3ee9475cd3a5" providerId="ADAL" clId="{512484A5-C76E-49D5-9A49-883EFE2024A4}" dt="2026-02-09T17:12:13.750" v="247" actId="26606"/>
          <ac:spMkLst>
            <pc:docMk/>
            <pc:sldMk cId="3975058595" sldId="261"/>
            <ac:spMk id="2" creationId="{2C58FAA2-0336-CC1F-38D7-F15D798F7DC0}"/>
          </ac:spMkLst>
        </pc:spChg>
        <pc:spChg chg="mod">
          <ac:chgData name="Nombu Sithole" userId="87226c63-c74c-4f87-bc11-3ee9475cd3a5" providerId="ADAL" clId="{512484A5-C76E-49D5-9A49-883EFE2024A4}" dt="2026-02-09T17:12:13.750" v="247" actId="26606"/>
          <ac:spMkLst>
            <pc:docMk/>
            <pc:sldMk cId="3975058595" sldId="261"/>
            <ac:spMk id="3" creationId="{2498B872-B504-A75B-37C3-CCEC40177B24}"/>
          </ac:spMkLst>
        </pc:spChg>
        <pc:spChg chg="add del">
          <ac:chgData name="Nombu Sithole" userId="87226c63-c74c-4f87-bc11-3ee9475cd3a5" providerId="ADAL" clId="{512484A5-C76E-49D5-9A49-883EFE2024A4}" dt="2026-02-09T17:12:13.750" v="247" actId="26606"/>
          <ac:spMkLst>
            <pc:docMk/>
            <pc:sldMk cId="3975058595" sldId="261"/>
            <ac:spMk id="9" creationId="{9F7D5CDA-D291-4307-BF55-1381FED29634}"/>
          </ac:spMkLst>
        </pc:spChg>
        <pc:spChg chg="add">
          <ac:chgData name="Nombu Sithole" userId="87226c63-c74c-4f87-bc11-3ee9475cd3a5" providerId="ADAL" clId="{512484A5-C76E-49D5-9A49-883EFE2024A4}" dt="2026-02-09T17:12:13.750" v="247" actId="26606"/>
          <ac:spMkLst>
            <pc:docMk/>
            <pc:sldMk cId="3975058595" sldId="261"/>
            <ac:spMk id="14" creationId="{FFD44BAB-2F3A-4B95-B9D3-E5B819787FF3}"/>
          </ac:spMkLst>
        </pc:spChg>
        <pc:grpChg chg="add">
          <ac:chgData name="Nombu Sithole" userId="87226c63-c74c-4f87-bc11-3ee9475cd3a5" providerId="ADAL" clId="{512484A5-C76E-49D5-9A49-883EFE2024A4}" dt="2026-02-09T17:12:13.750" v="247" actId="26606"/>
          <ac:grpSpMkLst>
            <pc:docMk/>
            <pc:sldMk cId="3975058595" sldId="261"/>
            <ac:grpSpMk id="16" creationId="{5C6AE2F4-5A2E-4357-A1D8-6142F9BDC8E3}"/>
          </ac:grpSpMkLst>
        </pc:grpChg>
        <pc:picChg chg="add mod">
          <ac:chgData name="Nombu Sithole" userId="87226c63-c74c-4f87-bc11-3ee9475cd3a5" providerId="ADAL" clId="{512484A5-C76E-49D5-9A49-883EFE2024A4}" dt="2026-02-09T17:12:13.750" v="247" actId="26606"/>
          <ac:picMkLst>
            <pc:docMk/>
            <pc:sldMk cId="3975058595" sldId="261"/>
            <ac:picMk id="5" creationId="{07A3209F-F64B-4F4C-2E70-1A6CE5915D2E}"/>
          </ac:picMkLst>
        </pc:picChg>
      </pc:sldChg>
      <pc:sldChg chg="addSp delSp modSp mod setBg">
        <pc:chgData name="Nombu Sithole" userId="87226c63-c74c-4f87-bc11-3ee9475cd3a5" providerId="ADAL" clId="{512484A5-C76E-49D5-9A49-883EFE2024A4}" dt="2026-02-09T17:12:22.412" v="250" actId="26606"/>
        <pc:sldMkLst>
          <pc:docMk/>
          <pc:sldMk cId="831572725" sldId="262"/>
        </pc:sldMkLst>
        <pc:spChg chg="mod">
          <ac:chgData name="Nombu Sithole" userId="87226c63-c74c-4f87-bc11-3ee9475cd3a5" providerId="ADAL" clId="{512484A5-C76E-49D5-9A49-883EFE2024A4}" dt="2026-02-09T17:12:22.412" v="250" actId="26606"/>
          <ac:spMkLst>
            <pc:docMk/>
            <pc:sldMk cId="831572725" sldId="262"/>
            <ac:spMk id="2" creationId="{41C5F80F-F3EC-905D-3E94-FA36ADDCEF68}"/>
          </ac:spMkLst>
        </pc:spChg>
        <pc:spChg chg="mod">
          <ac:chgData name="Nombu Sithole" userId="87226c63-c74c-4f87-bc11-3ee9475cd3a5" providerId="ADAL" clId="{512484A5-C76E-49D5-9A49-883EFE2024A4}" dt="2026-02-09T17:12:22.412" v="250" actId="26606"/>
          <ac:spMkLst>
            <pc:docMk/>
            <pc:sldMk cId="831572725" sldId="262"/>
            <ac:spMk id="3" creationId="{EDDECC76-8ED9-9917-52C2-E2AC790E9528}"/>
          </ac:spMkLst>
        </pc:spChg>
        <pc:spChg chg="add del">
          <ac:chgData name="Nombu Sithole" userId="87226c63-c74c-4f87-bc11-3ee9475cd3a5" providerId="ADAL" clId="{512484A5-C76E-49D5-9A49-883EFE2024A4}" dt="2026-02-09T17:12:22.412" v="250" actId="26606"/>
          <ac:spMkLst>
            <pc:docMk/>
            <pc:sldMk cId="831572725" sldId="262"/>
            <ac:spMk id="9" creationId="{9F7D5CDA-D291-4307-BF55-1381FED29634}"/>
          </ac:spMkLst>
        </pc:spChg>
        <pc:spChg chg="add">
          <ac:chgData name="Nombu Sithole" userId="87226c63-c74c-4f87-bc11-3ee9475cd3a5" providerId="ADAL" clId="{512484A5-C76E-49D5-9A49-883EFE2024A4}" dt="2026-02-09T17:12:22.412" v="250" actId="26606"/>
          <ac:spMkLst>
            <pc:docMk/>
            <pc:sldMk cId="831572725" sldId="262"/>
            <ac:spMk id="14" creationId="{FFD44BAB-2F3A-4B95-B9D3-E5B819787FF3}"/>
          </ac:spMkLst>
        </pc:spChg>
        <pc:grpChg chg="add">
          <ac:chgData name="Nombu Sithole" userId="87226c63-c74c-4f87-bc11-3ee9475cd3a5" providerId="ADAL" clId="{512484A5-C76E-49D5-9A49-883EFE2024A4}" dt="2026-02-09T17:12:22.412" v="250" actId="26606"/>
          <ac:grpSpMkLst>
            <pc:docMk/>
            <pc:sldMk cId="831572725" sldId="262"/>
            <ac:grpSpMk id="16" creationId="{5C6AE2F4-5A2E-4357-A1D8-6142F9BDC8E3}"/>
          </ac:grpSpMkLst>
        </pc:grpChg>
        <pc:picChg chg="add mod">
          <ac:chgData name="Nombu Sithole" userId="87226c63-c74c-4f87-bc11-3ee9475cd3a5" providerId="ADAL" clId="{512484A5-C76E-49D5-9A49-883EFE2024A4}" dt="2026-02-09T17:12:22.412" v="250" actId="26606"/>
          <ac:picMkLst>
            <pc:docMk/>
            <pc:sldMk cId="831572725" sldId="262"/>
            <ac:picMk id="5" creationId="{7CD8B4F5-D992-0441-1308-9A516BD44A3F}"/>
          </ac:picMkLst>
        </pc:picChg>
      </pc:sldChg>
      <pc:sldChg chg="addSp delSp modSp mod setBg">
        <pc:chgData name="Nombu Sithole" userId="87226c63-c74c-4f87-bc11-3ee9475cd3a5" providerId="ADAL" clId="{512484A5-C76E-49D5-9A49-883EFE2024A4}" dt="2026-02-09T17:12:19.928" v="249" actId="26606"/>
        <pc:sldMkLst>
          <pc:docMk/>
          <pc:sldMk cId="1583614273" sldId="263"/>
        </pc:sldMkLst>
        <pc:spChg chg="mod">
          <ac:chgData name="Nombu Sithole" userId="87226c63-c74c-4f87-bc11-3ee9475cd3a5" providerId="ADAL" clId="{512484A5-C76E-49D5-9A49-883EFE2024A4}" dt="2026-02-09T17:12:19.928" v="249" actId="26606"/>
          <ac:spMkLst>
            <pc:docMk/>
            <pc:sldMk cId="1583614273" sldId="263"/>
            <ac:spMk id="2" creationId="{3D2AED7B-D3CA-168F-FC6B-1D71383EB0D3}"/>
          </ac:spMkLst>
        </pc:spChg>
        <pc:spChg chg="mod">
          <ac:chgData name="Nombu Sithole" userId="87226c63-c74c-4f87-bc11-3ee9475cd3a5" providerId="ADAL" clId="{512484A5-C76E-49D5-9A49-883EFE2024A4}" dt="2026-02-09T17:12:19.928" v="249" actId="26606"/>
          <ac:spMkLst>
            <pc:docMk/>
            <pc:sldMk cId="1583614273" sldId="263"/>
            <ac:spMk id="3" creationId="{D0D98734-15AC-BF35-995B-E62BDA44924E}"/>
          </ac:spMkLst>
        </pc:spChg>
        <pc:spChg chg="add del">
          <ac:chgData name="Nombu Sithole" userId="87226c63-c74c-4f87-bc11-3ee9475cd3a5" providerId="ADAL" clId="{512484A5-C76E-49D5-9A49-883EFE2024A4}" dt="2026-02-09T17:12:19.928" v="249" actId="26606"/>
          <ac:spMkLst>
            <pc:docMk/>
            <pc:sldMk cId="1583614273" sldId="263"/>
            <ac:spMk id="9" creationId="{9F7D5CDA-D291-4307-BF55-1381FED29634}"/>
          </ac:spMkLst>
        </pc:spChg>
        <pc:spChg chg="add">
          <ac:chgData name="Nombu Sithole" userId="87226c63-c74c-4f87-bc11-3ee9475cd3a5" providerId="ADAL" clId="{512484A5-C76E-49D5-9A49-883EFE2024A4}" dt="2026-02-09T17:12:19.928" v="249" actId="26606"/>
          <ac:spMkLst>
            <pc:docMk/>
            <pc:sldMk cId="1583614273" sldId="263"/>
            <ac:spMk id="14" creationId="{FFD44BAB-2F3A-4B95-B9D3-E5B819787FF3}"/>
          </ac:spMkLst>
        </pc:spChg>
        <pc:grpChg chg="add">
          <ac:chgData name="Nombu Sithole" userId="87226c63-c74c-4f87-bc11-3ee9475cd3a5" providerId="ADAL" clId="{512484A5-C76E-49D5-9A49-883EFE2024A4}" dt="2026-02-09T17:12:19.928" v="249" actId="26606"/>
          <ac:grpSpMkLst>
            <pc:docMk/>
            <pc:sldMk cId="1583614273" sldId="263"/>
            <ac:grpSpMk id="16" creationId="{5C6AE2F4-5A2E-4357-A1D8-6142F9BDC8E3}"/>
          </ac:grpSpMkLst>
        </pc:grpChg>
        <pc:picChg chg="add mod">
          <ac:chgData name="Nombu Sithole" userId="87226c63-c74c-4f87-bc11-3ee9475cd3a5" providerId="ADAL" clId="{512484A5-C76E-49D5-9A49-883EFE2024A4}" dt="2026-02-09T17:12:19.928" v="249" actId="26606"/>
          <ac:picMkLst>
            <pc:docMk/>
            <pc:sldMk cId="1583614273" sldId="263"/>
            <ac:picMk id="5" creationId="{43200DE2-294D-B2CC-C12B-4917D758F6B2}"/>
          </ac:picMkLst>
        </pc:picChg>
      </pc:sldChg>
      <pc:sldChg chg="addSp delSp modSp mod setBg">
        <pc:chgData name="Nombu Sithole" userId="87226c63-c74c-4f87-bc11-3ee9475cd3a5" providerId="ADAL" clId="{512484A5-C76E-49D5-9A49-883EFE2024A4}" dt="2026-02-09T17:12:16.536" v="248" actId="26606"/>
        <pc:sldMkLst>
          <pc:docMk/>
          <pc:sldMk cId="2553908453" sldId="264"/>
        </pc:sldMkLst>
        <pc:spChg chg="mod">
          <ac:chgData name="Nombu Sithole" userId="87226c63-c74c-4f87-bc11-3ee9475cd3a5" providerId="ADAL" clId="{512484A5-C76E-49D5-9A49-883EFE2024A4}" dt="2026-02-09T17:12:16.536" v="248" actId="26606"/>
          <ac:spMkLst>
            <pc:docMk/>
            <pc:sldMk cId="2553908453" sldId="264"/>
            <ac:spMk id="2" creationId="{913540F7-454F-13D9-75DE-F60AC0833C0C}"/>
          </ac:spMkLst>
        </pc:spChg>
        <pc:spChg chg="mod">
          <ac:chgData name="Nombu Sithole" userId="87226c63-c74c-4f87-bc11-3ee9475cd3a5" providerId="ADAL" clId="{512484A5-C76E-49D5-9A49-883EFE2024A4}" dt="2026-02-09T17:12:16.536" v="248" actId="26606"/>
          <ac:spMkLst>
            <pc:docMk/>
            <pc:sldMk cId="2553908453" sldId="264"/>
            <ac:spMk id="3" creationId="{1AE06599-5CAB-B6D3-0217-B9FB19610D78}"/>
          </ac:spMkLst>
        </pc:spChg>
        <pc:spChg chg="add del">
          <ac:chgData name="Nombu Sithole" userId="87226c63-c74c-4f87-bc11-3ee9475cd3a5" providerId="ADAL" clId="{512484A5-C76E-49D5-9A49-883EFE2024A4}" dt="2026-02-09T17:12:16.536" v="248" actId="26606"/>
          <ac:spMkLst>
            <pc:docMk/>
            <pc:sldMk cId="2553908453" sldId="264"/>
            <ac:spMk id="9" creationId="{9F7D5CDA-D291-4307-BF55-1381FED29634}"/>
          </ac:spMkLst>
        </pc:spChg>
        <pc:spChg chg="add">
          <ac:chgData name="Nombu Sithole" userId="87226c63-c74c-4f87-bc11-3ee9475cd3a5" providerId="ADAL" clId="{512484A5-C76E-49D5-9A49-883EFE2024A4}" dt="2026-02-09T17:12:16.536" v="248" actId="26606"/>
          <ac:spMkLst>
            <pc:docMk/>
            <pc:sldMk cId="2553908453" sldId="264"/>
            <ac:spMk id="14" creationId="{FFD44BAB-2F3A-4B95-B9D3-E5B819787FF3}"/>
          </ac:spMkLst>
        </pc:spChg>
        <pc:grpChg chg="add">
          <ac:chgData name="Nombu Sithole" userId="87226c63-c74c-4f87-bc11-3ee9475cd3a5" providerId="ADAL" clId="{512484A5-C76E-49D5-9A49-883EFE2024A4}" dt="2026-02-09T17:12:16.536" v="248" actId="26606"/>
          <ac:grpSpMkLst>
            <pc:docMk/>
            <pc:sldMk cId="2553908453" sldId="264"/>
            <ac:grpSpMk id="16" creationId="{5C6AE2F4-5A2E-4357-A1D8-6142F9BDC8E3}"/>
          </ac:grpSpMkLst>
        </pc:grpChg>
        <pc:picChg chg="add mod">
          <ac:chgData name="Nombu Sithole" userId="87226c63-c74c-4f87-bc11-3ee9475cd3a5" providerId="ADAL" clId="{512484A5-C76E-49D5-9A49-883EFE2024A4}" dt="2026-02-09T17:12:16.536" v="248" actId="26606"/>
          <ac:picMkLst>
            <pc:docMk/>
            <pc:sldMk cId="2553908453" sldId="264"/>
            <ac:picMk id="5" creationId="{37C61C94-4F0A-0E9A-E01E-CEFE289E0A3A}"/>
          </ac:picMkLst>
        </pc:picChg>
      </pc:sldChg>
      <pc:sldChg chg="addSp delSp modSp mod setBg">
        <pc:chgData name="Nombu Sithole" userId="87226c63-c74c-4f87-bc11-3ee9475cd3a5" providerId="ADAL" clId="{512484A5-C76E-49D5-9A49-883EFE2024A4}" dt="2026-02-09T17:12:11.126" v="246" actId="26606"/>
        <pc:sldMkLst>
          <pc:docMk/>
          <pc:sldMk cId="3010940718" sldId="265"/>
        </pc:sldMkLst>
        <pc:spChg chg="mod">
          <ac:chgData name="Nombu Sithole" userId="87226c63-c74c-4f87-bc11-3ee9475cd3a5" providerId="ADAL" clId="{512484A5-C76E-49D5-9A49-883EFE2024A4}" dt="2026-02-09T17:12:11.126" v="246" actId="26606"/>
          <ac:spMkLst>
            <pc:docMk/>
            <pc:sldMk cId="3010940718" sldId="265"/>
            <ac:spMk id="2" creationId="{E313730A-8244-897C-B01F-D23A7D2D0CB1}"/>
          </ac:spMkLst>
        </pc:spChg>
        <pc:spChg chg="mod">
          <ac:chgData name="Nombu Sithole" userId="87226c63-c74c-4f87-bc11-3ee9475cd3a5" providerId="ADAL" clId="{512484A5-C76E-49D5-9A49-883EFE2024A4}" dt="2026-02-09T17:12:11.126" v="246" actId="26606"/>
          <ac:spMkLst>
            <pc:docMk/>
            <pc:sldMk cId="3010940718" sldId="265"/>
            <ac:spMk id="3" creationId="{7948D522-A54A-B391-2634-8B7B2CB0AE5B}"/>
          </ac:spMkLst>
        </pc:spChg>
        <pc:spChg chg="add del">
          <ac:chgData name="Nombu Sithole" userId="87226c63-c74c-4f87-bc11-3ee9475cd3a5" providerId="ADAL" clId="{512484A5-C76E-49D5-9A49-883EFE2024A4}" dt="2026-02-09T17:12:11.126" v="246" actId="26606"/>
          <ac:spMkLst>
            <pc:docMk/>
            <pc:sldMk cId="3010940718" sldId="265"/>
            <ac:spMk id="9" creationId="{C0763A76-9F1C-4FC5-82B7-DD475DA461B2}"/>
          </ac:spMkLst>
        </pc:spChg>
        <pc:spChg chg="add del">
          <ac:chgData name="Nombu Sithole" userId="87226c63-c74c-4f87-bc11-3ee9475cd3a5" providerId="ADAL" clId="{512484A5-C76E-49D5-9A49-883EFE2024A4}" dt="2026-02-09T17:12:11.126" v="246" actId="26606"/>
          <ac:spMkLst>
            <pc:docMk/>
            <pc:sldMk cId="3010940718" sldId="265"/>
            <ac:spMk id="11" creationId="{E81BF4F6-F2CF-4984-9D14-D6966D92F99F}"/>
          </ac:spMkLst>
        </pc:spChg>
        <pc:spChg chg="add">
          <ac:chgData name="Nombu Sithole" userId="87226c63-c74c-4f87-bc11-3ee9475cd3a5" providerId="ADAL" clId="{512484A5-C76E-49D5-9A49-883EFE2024A4}" dt="2026-02-09T17:12:11.126" v="246" actId="26606"/>
          <ac:spMkLst>
            <pc:docMk/>
            <pc:sldMk cId="3010940718" sldId="265"/>
            <ac:spMk id="16" creationId="{FFD44BAB-2F3A-4B95-B9D3-E5B819787FF3}"/>
          </ac:spMkLst>
        </pc:spChg>
        <pc:grpChg chg="add">
          <ac:chgData name="Nombu Sithole" userId="87226c63-c74c-4f87-bc11-3ee9475cd3a5" providerId="ADAL" clId="{512484A5-C76E-49D5-9A49-883EFE2024A4}" dt="2026-02-09T17:12:11.126" v="246" actId="26606"/>
          <ac:grpSpMkLst>
            <pc:docMk/>
            <pc:sldMk cId="3010940718" sldId="265"/>
            <ac:grpSpMk id="18" creationId="{5C6AE2F4-5A2E-4357-A1D8-6142F9BDC8E3}"/>
          </ac:grpSpMkLst>
        </pc:grpChg>
        <pc:picChg chg="add mod">
          <ac:chgData name="Nombu Sithole" userId="87226c63-c74c-4f87-bc11-3ee9475cd3a5" providerId="ADAL" clId="{512484A5-C76E-49D5-9A49-883EFE2024A4}" dt="2026-02-09T17:12:11.126" v="246" actId="26606"/>
          <ac:picMkLst>
            <pc:docMk/>
            <pc:sldMk cId="3010940718" sldId="265"/>
            <ac:picMk id="5" creationId="{C5EA757F-9190-54D8-08D0-769613F5BC9C}"/>
          </ac:picMkLst>
        </pc:picChg>
      </pc:sldChg>
      <pc:sldChg chg="addSp delSp modSp mod setBg">
        <pc:chgData name="Nombu Sithole" userId="87226c63-c74c-4f87-bc11-3ee9475cd3a5" providerId="ADAL" clId="{512484A5-C76E-49D5-9A49-883EFE2024A4}" dt="2026-02-09T17:12:26.444" v="251" actId="26606"/>
        <pc:sldMkLst>
          <pc:docMk/>
          <pc:sldMk cId="3645631473" sldId="266"/>
        </pc:sldMkLst>
        <pc:spChg chg="mod">
          <ac:chgData name="Nombu Sithole" userId="87226c63-c74c-4f87-bc11-3ee9475cd3a5" providerId="ADAL" clId="{512484A5-C76E-49D5-9A49-883EFE2024A4}" dt="2026-02-09T17:12:26.444" v="251" actId="26606"/>
          <ac:spMkLst>
            <pc:docMk/>
            <pc:sldMk cId="3645631473" sldId="266"/>
            <ac:spMk id="2" creationId="{6F913288-E79D-8320-AD84-5195EEA71567}"/>
          </ac:spMkLst>
        </pc:spChg>
        <pc:spChg chg="mod">
          <ac:chgData name="Nombu Sithole" userId="87226c63-c74c-4f87-bc11-3ee9475cd3a5" providerId="ADAL" clId="{512484A5-C76E-49D5-9A49-883EFE2024A4}" dt="2026-02-09T17:12:26.444" v="251" actId="26606"/>
          <ac:spMkLst>
            <pc:docMk/>
            <pc:sldMk cId="3645631473" sldId="266"/>
            <ac:spMk id="3" creationId="{38076E9A-BC4C-7A7B-66C9-3933C6A17F13}"/>
          </ac:spMkLst>
        </pc:spChg>
        <pc:spChg chg="add del">
          <ac:chgData name="Nombu Sithole" userId="87226c63-c74c-4f87-bc11-3ee9475cd3a5" providerId="ADAL" clId="{512484A5-C76E-49D5-9A49-883EFE2024A4}" dt="2026-02-09T17:12:26.444" v="251" actId="26606"/>
          <ac:spMkLst>
            <pc:docMk/>
            <pc:sldMk cId="3645631473" sldId="266"/>
            <ac:spMk id="9" creationId="{9F7D5CDA-D291-4307-BF55-1381FED29634}"/>
          </ac:spMkLst>
        </pc:spChg>
        <pc:spChg chg="add">
          <ac:chgData name="Nombu Sithole" userId="87226c63-c74c-4f87-bc11-3ee9475cd3a5" providerId="ADAL" clId="{512484A5-C76E-49D5-9A49-883EFE2024A4}" dt="2026-02-09T17:12:26.444" v="251" actId="26606"/>
          <ac:spMkLst>
            <pc:docMk/>
            <pc:sldMk cId="3645631473" sldId="266"/>
            <ac:spMk id="14" creationId="{FFD44BAB-2F3A-4B95-B9D3-E5B819787FF3}"/>
          </ac:spMkLst>
        </pc:spChg>
        <pc:grpChg chg="add">
          <ac:chgData name="Nombu Sithole" userId="87226c63-c74c-4f87-bc11-3ee9475cd3a5" providerId="ADAL" clId="{512484A5-C76E-49D5-9A49-883EFE2024A4}" dt="2026-02-09T17:12:26.444" v="251" actId="26606"/>
          <ac:grpSpMkLst>
            <pc:docMk/>
            <pc:sldMk cId="3645631473" sldId="266"/>
            <ac:grpSpMk id="16" creationId="{5C6AE2F4-5A2E-4357-A1D8-6142F9BDC8E3}"/>
          </ac:grpSpMkLst>
        </pc:grpChg>
        <pc:picChg chg="add mod">
          <ac:chgData name="Nombu Sithole" userId="87226c63-c74c-4f87-bc11-3ee9475cd3a5" providerId="ADAL" clId="{512484A5-C76E-49D5-9A49-883EFE2024A4}" dt="2026-02-09T17:12:26.444" v="251" actId="26606"/>
          <ac:picMkLst>
            <pc:docMk/>
            <pc:sldMk cId="3645631473" sldId="266"/>
            <ac:picMk id="5" creationId="{E45649F7-4E9D-281C-8453-6ADC8F335EAE}"/>
          </ac:picMkLst>
        </pc:picChg>
      </pc:sldChg>
      <pc:sldChg chg="modSp del mod">
        <pc:chgData name="Nombu Sithole" userId="87226c63-c74c-4f87-bc11-3ee9475cd3a5" providerId="ADAL" clId="{512484A5-C76E-49D5-9A49-883EFE2024A4}" dt="2026-02-09T13:55:21.624" v="26" actId="2696"/>
        <pc:sldMkLst>
          <pc:docMk/>
          <pc:sldMk cId="3876952406" sldId="267"/>
        </pc:sldMkLst>
        <pc:spChg chg="mod">
          <ac:chgData name="Nombu Sithole" userId="87226c63-c74c-4f87-bc11-3ee9475cd3a5" providerId="ADAL" clId="{512484A5-C76E-49D5-9A49-883EFE2024A4}" dt="2026-02-09T13:55:04.875" v="25" actId="20577"/>
          <ac:spMkLst>
            <pc:docMk/>
            <pc:sldMk cId="3876952406" sldId="267"/>
            <ac:spMk id="3" creationId="{3F4862A8-BB92-3149-592D-1CB3422B8EE9}"/>
          </ac:spMkLst>
        </pc:spChg>
      </pc:sldChg>
      <pc:sldChg chg="del">
        <pc:chgData name="Nombu Sithole" userId="87226c63-c74c-4f87-bc11-3ee9475cd3a5" providerId="ADAL" clId="{512484A5-C76E-49D5-9A49-883EFE2024A4}" dt="2026-02-09T13:52:52.766" v="5" actId="47"/>
        <pc:sldMkLst>
          <pc:docMk/>
          <pc:sldMk cId="1552932434" sldId="268"/>
        </pc:sldMkLst>
      </pc:sldChg>
      <pc:sldChg chg="addSp delSp modSp mod setBg">
        <pc:chgData name="Nombu Sithole" userId="87226c63-c74c-4f87-bc11-3ee9475cd3a5" providerId="ADAL" clId="{512484A5-C76E-49D5-9A49-883EFE2024A4}" dt="2026-02-09T17:12:32.087" v="252" actId="26606"/>
        <pc:sldMkLst>
          <pc:docMk/>
          <pc:sldMk cId="315825467" sldId="269"/>
        </pc:sldMkLst>
        <pc:spChg chg="mod">
          <ac:chgData name="Nombu Sithole" userId="87226c63-c74c-4f87-bc11-3ee9475cd3a5" providerId="ADAL" clId="{512484A5-C76E-49D5-9A49-883EFE2024A4}" dt="2026-02-09T17:12:32.087" v="252" actId="26606"/>
          <ac:spMkLst>
            <pc:docMk/>
            <pc:sldMk cId="315825467" sldId="269"/>
            <ac:spMk id="2" creationId="{4C395F1A-E249-847B-9CCD-8A64517C6807}"/>
          </ac:spMkLst>
        </pc:spChg>
        <pc:spChg chg="mod">
          <ac:chgData name="Nombu Sithole" userId="87226c63-c74c-4f87-bc11-3ee9475cd3a5" providerId="ADAL" clId="{512484A5-C76E-49D5-9A49-883EFE2024A4}" dt="2026-02-09T17:12:32.087" v="252" actId="26606"/>
          <ac:spMkLst>
            <pc:docMk/>
            <pc:sldMk cId="315825467" sldId="269"/>
            <ac:spMk id="3" creationId="{22C98161-590C-EDA0-95BA-599BE7A659CB}"/>
          </ac:spMkLst>
        </pc:spChg>
        <pc:spChg chg="add del">
          <ac:chgData name="Nombu Sithole" userId="87226c63-c74c-4f87-bc11-3ee9475cd3a5" providerId="ADAL" clId="{512484A5-C76E-49D5-9A49-883EFE2024A4}" dt="2026-02-09T17:12:32.087" v="252" actId="26606"/>
          <ac:spMkLst>
            <pc:docMk/>
            <pc:sldMk cId="315825467" sldId="269"/>
            <ac:spMk id="9" creationId="{C0763A76-9F1C-4FC5-82B7-DD475DA461B2}"/>
          </ac:spMkLst>
        </pc:spChg>
        <pc:spChg chg="add del">
          <ac:chgData name="Nombu Sithole" userId="87226c63-c74c-4f87-bc11-3ee9475cd3a5" providerId="ADAL" clId="{512484A5-C76E-49D5-9A49-883EFE2024A4}" dt="2026-02-09T17:12:32.087" v="252" actId="26606"/>
          <ac:spMkLst>
            <pc:docMk/>
            <pc:sldMk cId="315825467" sldId="269"/>
            <ac:spMk id="11" creationId="{E81BF4F6-F2CF-4984-9D14-D6966D92F99F}"/>
          </ac:spMkLst>
        </pc:spChg>
        <pc:spChg chg="add">
          <ac:chgData name="Nombu Sithole" userId="87226c63-c74c-4f87-bc11-3ee9475cd3a5" providerId="ADAL" clId="{512484A5-C76E-49D5-9A49-883EFE2024A4}" dt="2026-02-09T17:12:32.087" v="252" actId="26606"/>
          <ac:spMkLst>
            <pc:docMk/>
            <pc:sldMk cId="315825467" sldId="269"/>
            <ac:spMk id="16" creationId="{FFD44BAB-2F3A-4B95-B9D3-E5B819787FF3}"/>
          </ac:spMkLst>
        </pc:spChg>
        <pc:grpChg chg="add">
          <ac:chgData name="Nombu Sithole" userId="87226c63-c74c-4f87-bc11-3ee9475cd3a5" providerId="ADAL" clId="{512484A5-C76E-49D5-9A49-883EFE2024A4}" dt="2026-02-09T17:12:32.087" v="252" actId="26606"/>
          <ac:grpSpMkLst>
            <pc:docMk/>
            <pc:sldMk cId="315825467" sldId="269"/>
            <ac:grpSpMk id="18" creationId="{5C6AE2F4-5A2E-4357-A1D8-6142F9BDC8E3}"/>
          </ac:grpSpMkLst>
        </pc:grpChg>
        <pc:picChg chg="add mod">
          <ac:chgData name="Nombu Sithole" userId="87226c63-c74c-4f87-bc11-3ee9475cd3a5" providerId="ADAL" clId="{512484A5-C76E-49D5-9A49-883EFE2024A4}" dt="2026-02-09T17:12:32.087" v="252" actId="26606"/>
          <ac:picMkLst>
            <pc:docMk/>
            <pc:sldMk cId="315825467" sldId="269"/>
            <ac:picMk id="5" creationId="{770DC1D8-44F5-1325-04E4-F818F34E344A}"/>
          </ac:picMkLst>
        </pc:picChg>
      </pc:sldChg>
      <pc:sldChg chg="addSp delSp modSp mod setBg">
        <pc:chgData name="Nombu Sithole" userId="87226c63-c74c-4f87-bc11-3ee9475cd3a5" providerId="ADAL" clId="{512484A5-C76E-49D5-9A49-883EFE2024A4}" dt="2026-02-09T17:14:38.960" v="257" actId="26606"/>
        <pc:sldMkLst>
          <pc:docMk/>
          <pc:sldMk cId="2672762571" sldId="270"/>
        </pc:sldMkLst>
        <pc:spChg chg="mod">
          <ac:chgData name="Nombu Sithole" userId="87226c63-c74c-4f87-bc11-3ee9475cd3a5" providerId="ADAL" clId="{512484A5-C76E-49D5-9A49-883EFE2024A4}" dt="2026-02-09T17:14:38.960" v="257" actId="26606"/>
          <ac:spMkLst>
            <pc:docMk/>
            <pc:sldMk cId="2672762571" sldId="270"/>
            <ac:spMk id="2" creationId="{F54C2FD7-9963-C698-7C7E-A7BBDC13FC74}"/>
          </ac:spMkLst>
        </pc:spChg>
        <pc:spChg chg="del mod">
          <ac:chgData name="Nombu Sithole" userId="87226c63-c74c-4f87-bc11-3ee9475cd3a5" providerId="ADAL" clId="{512484A5-C76E-49D5-9A49-883EFE2024A4}" dt="2026-02-09T17:14:05.045" v="254" actId="26606"/>
          <ac:spMkLst>
            <pc:docMk/>
            <pc:sldMk cId="2672762571" sldId="270"/>
            <ac:spMk id="3" creationId="{E57D64FF-E228-8820-E00F-791B91057082}"/>
          </ac:spMkLst>
        </pc:spChg>
        <pc:spChg chg="add del">
          <ac:chgData name="Nombu Sithole" userId="87226c63-c74c-4f87-bc11-3ee9475cd3a5" providerId="ADAL" clId="{512484A5-C76E-49D5-9A49-883EFE2024A4}" dt="2026-02-09T17:14:05.045" v="254" actId="26606"/>
          <ac:spMkLst>
            <pc:docMk/>
            <pc:sldMk cId="2672762571" sldId="270"/>
            <ac:spMk id="8" creationId="{907EF6B7-1338-4443-8C46-6A318D952DFD}"/>
          </ac:spMkLst>
        </pc:spChg>
        <pc:spChg chg="add del">
          <ac:chgData name="Nombu Sithole" userId="87226c63-c74c-4f87-bc11-3ee9475cd3a5" providerId="ADAL" clId="{512484A5-C76E-49D5-9A49-883EFE2024A4}" dt="2026-02-09T17:14:05.045" v="254" actId="26606"/>
          <ac:spMkLst>
            <pc:docMk/>
            <pc:sldMk cId="2672762571" sldId="270"/>
            <ac:spMk id="10" creationId="{DAAE4CDD-124C-4DCF-9584-B6033B545DD5}"/>
          </ac:spMkLst>
        </pc:spChg>
        <pc:spChg chg="add del">
          <ac:chgData name="Nombu Sithole" userId="87226c63-c74c-4f87-bc11-3ee9475cd3a5" providerId="ADAL" clId="{512484A5-C76E-49D5-9A49-883EFE2024A4}" dt="2026-02-09T17:14:05.045" v="254" actId="26606"/>
          <ac:spMkLst>
            <pc:docMk/>
            <pc:sldMk cId="2672762571" sldId="270"/>
            <ac:spMk id="12" creationId="{081E4A58-353D-44AE-B2FC-2A74E2E400F7}"/>
          </ac:spMkLst>
        </pc:spChg>
        <pc:spChg chg="add del">
          <ac:chgData name="Nombu Sithole" userId="87226c63-c74c-4f87-bc11-3ee9475cd3a5" providerId="ADAL" clId="{512484A5-C76E-49D5-9A49-883EFE2024A4}" dt="2026-02-09T17:14:38.960" v="257" actId="26606"/>
          <ac:spMkLst>
            <pc:docMk/>
            <pc:sldMk cId="2672762571" sldId="270"/>
            <ac:spMk id="19" creationId="{D1D34770-47A8-402C-AF23-2B653F2D88C1}"/>
          </ac:spMkLst>
        </pc:spChg>
        <pc:spChg chg="add del">
          <ac:chgData name="Nombu Sithole" userId="87226c63-c74c-4f87-bc11-3ee9475cd3a5" providerId="ADAL" clId="{512484A5-C76E-49D5-9A49-883EFE2024A4}" dt="2026-02-09T17:14:38.960" v="257" actId="26606"/>
          <ac:spMkLst>
            <pc:docMk/>
            <pc:sldMk cId="2672762571" sldId="270"/>
            <ac:spMk id="24" creationId="{FFD44BAB-2F3A-4B95-B9D3-E5B819787FF3}"/>
          </ac:spMkLst>
        </pc:spChg>
        <pc:grpChg chg="add del">
          <ac:chgData name="Nombu Sithole" userId="87226c63-c74c-4f87-bc11-3ee9475cd3a5" providerId="ADAL" clId="{512484A5-C76E-49D5-9A49-883EFE2024A4}" dt="2026-02-09T17:14:38.960" v="257" actId="26606"/>
          <ac:grpSpMkLst>
            <pc:docMk/>
            <pc:sldMk cId="2672762571" sldId="270"/>
            <ac:grpSpMk id="26" creationId="{5C6AE2F4-5A2E-4357-A1D8-6142F9BDC8E3}"/>
          </ac:grpSpMkLst>
        </pc:grpChg>
        <pc:graphicFrameChg chg="add mod modGraphic">
          <ac:chgData name="Nombu Sithole" userId="87226c63-c74c-4f87-bc11-3ee9475cd3a5" providerId="ADAL" clId="{512484A5-C76E-49D5-9A49-883EFE2024A4}" dt="2026-02-09T17:14:38.960" v="257" actId="26606"/>
          <ac:graphicFrameMkLst>
            <pc:docMk/>
            <pc:sldMk cId="2672762571" sldId="270"/>
            <ac:graphicFrameMk id="14" creationId="{4BDA846A-9F8C-8A52-779C-A5CD611921AD}"/>
          </ac:graphicFrameMkLst>
        </pc:graphicFrameChg>
        <pc:picChg chg="add mod">
          <ac:chgData name="Nombu Sithole" userId="87226c63-c74c-4f87-bc11-3ee9475cd3a5" providerId="ADAL" clId="{512484A5-C76E-49D5-9A49-883EFE2024A4}" dt="2026-02-09T17:14:38.960" v="257" actId="26606"/>
          <ac:picMkLst>
            <pc:docMk/>
            <pc:sldMk cId="2672762571" sldId="270"/>
            <ac:picMk id="15" creationId="{6BDD83CC-6C10-A92A-584D-C9BE7D2FCBC4}"/>
          </ac:picMkLst>
        </pc:picChg>
      </pc:sldChg>
      <pc:sldChg chg="addSp delSp modSp mod ord setBg">
        <pc:chgData name="Nombu Sithole" userId="87226c63-c74c-4f87-bc11-3ee9475cd3a5" providerId="ADAL" clId="{512484A5-C76E-49D5-9A49-883EFE2024A4}" dt="2026-02-09T17:15:01.496" v="258" actId="26606"/>
        <pc:sldMkLst>
          <pc:docMk/>
          <pc:sldMk cId="1511855683" sldId="271"/>
        </pc:sldMkLst>
        <pc:spChg chg="mod">
          <ac:chgData name="Nombu Sithole" userId="87226c63-c74c-4f87-bc11-3ee9475cd3a5" providerId="ADAL" clId="{512484A5-C76E-49D5-9A49-883EFE2024A4}" dt="2026-02-09T17:15:01.496" v="258" actId="26606"/>
          <ac:spMkLst>
            <pc:docMk/>
            <pc:sldMk cId="1511855683" sldId="271"/>
            <ac:spMk id="2" creationId="{22A41F1F-3375-5D06-225F-25FB4B597AF7}"/>
          </ac:spMkLst>
        </pc:spChg>
        <pc:spChg chg="mod">
          <ac:chgData name="Nombu Sithole" userId="87226c63-c74c-4f87-bc11-3ee9475cd3a5" providerId="ADAL" clId="{512484A5-C76E-49D5-9A49-883EFE2024A4}" dt="2026-02-09T17:15:01.496" v="258" actId="26606"/>
          <ac:spMkLst>
            <pc:docMk/>
            <pc:sldMk cId="1511855683" sldId="271"/>
            <ac:spMk id="3" creationId="{CADDA46A-79F5-CDB8-4E6F-0392A4F2215D}"/>
          </ac:spMkLst>
        </pc:spChg>
        <pc:spChg chg="add">
          <ac:chgData name="Nombu Sithole" userId="87226c63-c74c-4f87-bc11-3ee9475cd3a5" providerId="ADAL" clId="{512484A5-C76E-49D5-9A49-883EFE2024A4}" dt="2026-02-09T17:10:45.957" v="238" actId="26606"/>
          <ac:spMkLst>
            <pc:docMk/>
            <pc:sldMk cId="1511855683" sldId="271"/>
            <ac:spMk id="8" creationId="{907EF6B7-1338-4443-8C46-6A318D952DFD}"/>
          </ac:spMkLst>
        </pc:spChg>
        <pc:spChg chg="add del">
          <ac:chgData name="Nombu Sithole" userId="87226c63-c74c-4f87-bc11-3ee9475cd3a5" providerId="ADAL" clId="{512484A5-C76E-49D5-9A49-883EFE2024A4}" dt="2026-02-09T17:14:27.790" v="255" actId="26606"/>
          <ac:spMkLst>
            <pc:docMk/>
            <pc:sldMk cId="1511855683" sldId="271"/>
            <ac:spMk id="10" creationId="{DAAE4CDD-124C-4DCF-9584-B6033B545DD5}"/>
          </ac:spMkLst>
        </pc:spChg>
        <pc:spChg chg="add del">
          <ac:chgData name="Nombu Sithole" userId="87226c63-c74c-4f87-bc11-3ee9475cd3a5" providerId="ADAL" clId="{512484A5-C76E-49D5-9A49-883EFE2024A4}" dt="2026-02-09T17:14:27.790" v="255" actId="26606"/>
          <ac:spMkLst>
            <pc:docMk/>
            <pc:sldMk cId="1511855683" sldId="271"/>
            <ac:spMk id="12" creationId="{081E4A58-353D-44AE-B2FC-2A74E2E400F7}"/>
          </ac:spMkLst>
        </pc:spChg>
        <pc:spChg chg="add del">
          <ac:chgData name="Nombu Sithole" userId="87226c63-c74c-4f87-bc11-3ee9475cd3a5" providerId="ADAL" clId="{512484A5-C76E-49D5-9A49-883EFE2024A4}" dt="2026-02-09T17:15:01.496" v="258" actId="26606"/>
          <ac:spMkLst>
            <pc:docMk/>
            <pc:sldMk cId="1511855683" sldId="271"/>
            <ac:spMk id="19" creationId="{35B16301-FB18-48BA-A6DD-C37CAF6F9A18}"/>
          </ac:spMkLst>
        </pc:spChg>
        <pc:spChg chg="add">
          <ac:chgData name="Nombu Sithole" userId="87226c63-c74c-4f87-bc11-3ee9475cd3a5" providerId="ADAL" clId="{512484A5-C76E-49D5-9A49-883EFE2024A4}" dt="2026-02-09T17:14:27.790" v="255" actId="26606"/>
          <ac:spMkLst>
            <pc:docMk/>
            <pc:sldMk cId="1511855683" sldId="271"/>
            <ac:spMk id="21" creationId="{C3C0D90E-074A-4F52-9B11-B52BEF4BCBE5}"/>
          </ac:spMkLst>
        </pc:spChg>
        <pc:spChg chg="add del">
          <ac:chgData name="Nombu Sithole" userId="87226c63-c74c-4f87-bc11-3ee9475cd3a5" providerId="ADAL" clId="{512484A5-C76E-49D5-9A49-883EFE2024A4}" dt="2026-02-09T17:15:01.496" v="258" actId="26606"/>
          <ac:spMkLst>
            <pc:docMk/>
            <pc:sldMk cId="1511855683" sldId="271"/>
            <ac:spMk id="25" creationId="{83BA5EF5-1FE9-4BF9-83BB-269BCDDF6156}"/>
          </ac:spMkLst>
        </pc:spChg>
        <pc:spChg chg="add del">
          <ac:chgData name="Nombu Sithole" userId="87226c63-c74c-4f87-bc11-3ee9475cd3a5" providerId="ADAL" clId="{512484A5-C76E-49D5-9A49-883EFE2024A4}" dt="2026-02-09T17:15:01.496" v="258" actId="26606"/>
          <ac:spMkLst>
            <pc:docMk/>
            <pc:sldMk cId="1511855683" sldId="271"/>
            <ac:spMk id="29" creationId="{88853921-7BC9-4BDE-ACAB-133C683C82D6}"/>
          </ac:spMkLst>
        </pc:spChg>
        <pc:spChg chg="add del">
          <ac:chgData name="Nombu Sithole" userId="87226c63-c74c-4f87-bc11-3ee9475cd3a5" providerId="ADAL" clId="{512484A5-C76E-49D5-9A49-883EFE2024A4}" dt="2026-02-09T17:15:01.496" v="258" actId="26606"/>
          <ac:spMkLst>
            <pc:docMk/>
            <pc:sldMk cId="1511855683" sldId="271"/>
            <ac:spMk id="31" creationId="{09192968-3AE7-4470-A61C-97294BB92731}"/>
          </ac:spMkLst>
        </pc:spChg>
        <pc:spChg chg="add del">
          <ac:chgData name="Nombu Sithole" userId="87226c63-c74c-4f87-bc11-3ee9475cd3a5" providerId="ADAL" clId="{512484A5-C76E-49D5-9A49-883EFE2024A4}" dt="2026-02-09T17:15:01.496" v="258" actId="26606"/>
          <ac:spMkLst>
            <pc:docMk/>
            <pc:sldMk cId="1511855683" sldId="271"/>
            <ac:spMk id="33" creationId="{3AB72E55-43E4-4356-BFE8-E2102CB0B505}"/>
          </ac:spMkLst>
        </pc:spChg>
        <pc:spChg chg="add">
          <ac:chgData name="Nombu Sithole" userId="87226c63-c74c-4f87-bc11-3ee9475cd3a5" providerId="ADAL" clId="{512484A5-C76E-49D5-9A49-883EFE2024A4}" dt="2026-02-09T17:15:01.496" v="258" actId="26606"/>
          <ac:spMkLst>
            <pc:docMk/>
            <pc:sldMk cId="1511855683" sldId="271"/>
            <ac:spMk id="38" creationId="{081EA652-8C6A-4E69-BEB9-170809474553}"/>
          </ac:spMkLst>
        </pc:spChg>
        <pc:spChg chg="add">
          <ac:chgData name="Nombu Sithole" userId="87226c63-c74c-4f87-bc11-3ee9475cd3a5" providerId="ADAL" clId="{512484A5-C76E-49D5-9A49-883EFE2024A4}" dt="2026-02-09T17:15:01.496" v="258" actId="26606"/>
          <ac:spMkLst>
            <pc:docMk/>
            <pc:sldMk cId="1511855683" sldId="271"/>
            <ac:spMk id="40" creationId="{5298780A-33B9-4EA2-8F67-DE68AD62841B}"/>
          </ac:spMkLst>
        </pc:spChg>
        <pc:spChg chg="add">
          <ac:chgData name="Nombu Sithole" userId="87226c63-c74c-4f87-bc11-3ee9475cd3a5" providerId="ADAL" clId="{512484A5-C76E-49D5-9A49-883EFE2024A4}" dt="2026-02-09T17:15:01.496" v="258" actId="26606"/>
          <ac:spMkLst>
            <pc:docMk/>
            <pc:sldMk cId="1511855683" sldId="271"/>
            <ac:spMk id="42" creationId="{7F488E8B-4E1E-4402-8935-D4E6C02615C7}"/>
          </ac:spMkLst>
        </pc:spChg>
      </pc:sldChg>
      <pc:sldChg chg="addSp delSp modSp add mod setBg">
        <pc:chgData name="Nombu Sithole" userId="87226c63-c74c-4f87-bc11-3ee9475cd3a5" providerId="ADAL" clId="{512484A5-C76E-49D5-9A49-883EFE2024A4}" dt="2026-02-09T17:11:55.778" v="242" actId="26606"/>
        <pc:sldMkLst>
          <pc:docMk/>
          <pc:sldMk cId="1628410683" sldId="272"/>
        </pc:sldMkLst>
        <pc:spChg chg="mod">
          <ac:chgData name="Nombu Sithole" userId="87226c63-c74c-4f87-bc11-3ee9475cd3a5" providerId="ADAL" clId="{512484A5-C76E-49D5-9A49-883EFE2024A4}" dt="2026-02-09T17:11:55.778" v="242" actId="26606"/>
          <ac:spMkLst>
            <pc:docMk/>
            <pc:sldMk cId="1628410683" sldId="272"/>
            <ac:spMk id="2" creationId="{BCE851ED-E1CF-988D-DA4D-EB3545C4500F}"/>
          </ac:spMkLst>
        </pc:spChg>
        <pc:spChg chg="mod">
          <ac:chgData name="Nombu Sithole" userId="87226c63-c74c-4f87-bc11-3ee9475cd3a5" providerId="ADAL" clId="{512484A5-C76E-49D5-9A49-883EFE2024A4}" dt="2026-02-09T17:11:55.778" v="242" actId="26606"/>
          <ac:spMkLst>
            <pc:docMk/>
            <pc:sldMk cId="1628410683" sldId="272"/>
            <ac:spMk id="3" creationId="{4F799C09-5889-8128-CA4C-8DE8BF33EF46}"/>
          </ac:spMkLst>
        </pc:spChg>
        <pc:spChg chg="add del">
          <ac:chgData name="Nombu Sithole" userId="87226c63-c74c-4f87-bc11-3ee9475cd3a5" providerId="ADAL" clId="{512484A5-C76E-49D5-9A49-883EFE2024A4}" dt="2026-02-09T17:11:55.778" v="242" actId="26606"/>
          <ac:spMkLst>
            <pc:docMk/>
            <pc:sldMk cId="1628410683" sldId="272"/>
            <ac:spMk id="9" creationId="{9F7D5CDA-D291-4307-BF55-1381FED29634}"/>
          </ac:spMkLst>
        </pc:spChg>
        <pc:spChg chg="add">
          <ac:chgData name="Nombu Sithole" userId="87226c63-c74c-4f87-bc11-3ee9475cd3a5" providerId="ADAL" clId="{512484A5-C76E-49D5-9A49-883EFE2024A4}" dt="2026-02-09T17:11:55.778" v="242" actId="26606"/>
          <ac:spMkLst>
            <pc:docMk/>
            <pc:sldMk cId="1628410683" sldId="272"/>
            <ac:spMk id="14" creationId="{FFD44BAB-2F3A-4B95-B9D3-E5B819787FF3}"/>
          </ac:spMkLst>
        </pc:spChg>
        <pc:grpChg chg="add">
          <ac:chgData name="Nombu Sithole" userId="87226c63-c74c-4f87-bc11-3ee9475cd3a5" providerId="ADAL" clId="{512484A5-C76E-49D5-9A49-883EFE2024A4}" dt="2026-02-09T17:11:55.778" v="242" actId="26606"/>
          <ac:grpSpMkLst>
            <pc:docMk/>
            <pc:sldMk cId="1628410683" sldId="272"/>
            <ac:grpSpMk id="16" creationId="{5C6AE2F4-5A2E-4357-A1D8-6142F9BDC8E3}"/>
          </ac:grpSpMkLst>
        </pc:grpChg>
        <pc:picChg chg="add mod">
          <ac:chgData name="Nombu Sithole" userId="87226c63-c74c-4f87-bc11-3ee9475cd3a5" providerId="ADAL" clId="{512484A5-C76E-49D5-9A49-883EFE2024A4}" dt="2026-02-09T17:11:55.778" v="242" actId="26606"/>
          <ac:picMkLst>
            <pc:docMk/>
            <pc:sldMk cId="1628410683" sldId="272"/>
            <ac:picMk id="5" creationId="{52422653-24FF-2C1F-3644-F3A40C361B2B}"/>
          </ac:picMkLst>
        </pc:picChg>
      </pc:sldChg>
      <pc:sldChg chg="addSp delSp modSp add mod setBg">
        <pc:chgData name="Nombu Sithole" userId="87226c63-c74c-4f87-bc11-3ee9475cd3a5" providerId="ADAL" clId="{512484A5-C76E-49D5-9A49-883EFE2024A4}" dt="2026-02-09T17:11:32.849" v="240" actId="26606"/>
        <pc:sldMkLst>
          <pc:docMk/>
          <pc:sldMk cId="2053115765" sldId="273"/>
        </pc:sldMkLst>
        <pc:spChg chg="mod">
          <ac:chgData name="Nombu Sithole" userId="87226c63-c74c-4f87-bc11-3ee9475cd3a5" providerId="ADAL" clId="{512484A5-C76E-49D5-9A49-883EFE2024A4}" dt="2026-02-09T17:11:32.849" v="240" actId="26606"/>
          <ac:spMkLst>
            <pc:docMk/>
            <pc:sldMk cId="2053115765" sldId="273"/>
            <ac:spMk id="2" creationId="{222D5641-F23D-2990-55BF-F495FFDD8B0A}"/>
          </ac:spMkLst>
        </pc:spChg>
        <pc:spChg chg="mod">
          <ac:chgData name="Nombu Sithole" userId="87226c63-c74c-4f87-bc11-3ee9475cd3a5" providerId="ADAL" clId="{512484A5-C76E-49D5-9A49-883EFE2024A4}" dt="2026-02-09T17:11:32.849" v="240" actId="26606"/>
          <ac:spMkLst>
            <pc:docMk/>
            <pc:sldMk cId="2053115765" sldId="273"/>
            <ac:spMk id="3" creationId="{6C89EBDB-42D0-BDEB-41D1-F7C9F562A80F}"/>
          </ac:spMkLst>
        </pc:spChg>
        <pc:spChg chg="add del">
          <ac:chgData name="Nombu Sithole" userId="87226c63-c74c-4f87-bc11-3ee9475cd3a5" providerId="ADAL" clId="{512484A5-C76E-49D5-9A49-883EFE2024A4}" dt="2026-02-09T17:11:32.849" v="240" actId="26606"/>
          <ac:spMkLst>
            <pc:docMk/>
            <pc:sldMk cId="2053115765" sldId="273"/>
            <ac:spMk id="9" creationId="{9F7D5CDA-D291-4307-BF55-1381FED29634}"/>
          </ac:spMkLst>
        </pc:spChg>
        <pc:spChg chg="add">
          <ac:chgData name="Nombu Sithole" userId="87226c63-c74c-4f87-bc11-3ee9475cd3a5" providerId="ADAL" clId="{512484A5-C76E-49D5-9A49-883EFE2024A4}" dt="2026-02-09T17:11:32.849" v="240" actId="26606"/>
          <ac:spMkLst>
            <pc:docMk/>
            <pc:sldMk cId="2053115765" sldId="273"/>
            <ac:spMk id="14" creationId="{FFD44BAB-2F3A-4B95-B9D3-E5B819787FF3}"/>
          </ac:spMkLst>
        </pc:spChg>
        <pc:grpChg chg="add">
          <ac:chgData name="Nombu Sithole" userId="87226c63-c74c-4f87-bc11-3ee9475cd3a5" providerId="ADAL" clId="{512484A5-C76E-49D5-9A49-883EFE2024A4}" dt="2026-02-09T17:11:32.849" v="240" actId="26606"/>
          <ac:grpSpMkLst>
            <pc:docMk/>
            <pc:sldMk cId="2053115765" sldId="273"/>
            <ac:grpSpMk id="16" creationId="{5C6AE2F4-5A2E-4357-A1D8-6142F9BDC8E3}"/>
          </ac:grpSpMkLst>
        </pc:grpChg>
        <pc:picChg chg="add mod">
          <ac:chgData name="Nombu Sithole" userId="87226c63-c74c-4f87-bc11-3ee9475cd3a5" providerId="ADAL" clId="{512484A5-C76E-49D5-9A49-883EFE2024A4}" dt="2026-02-09T17:11:32.849" v="240" actId="26606"/>
          <ac:picMkLst>
            <pc:docMk/>
            <pc:sldMk cId="2053115765" sldId="273"/>
            <ac:picMk id="5" creationId="{D7150BFD-F25C-4E9E-54F1-633BDF2306EB}"/>
          </ac:picMkLst>
        </pc:picChg>
      </pc:sldChg>
      <pc:sldChg chg="addSp delSp modSp add mod setBg">
        <pc:chgData name="Nombu Sithole" userId="87226c63-c74c-4f87-bc11-3ee9475cd3a5" providerId="ADAL" clId="{512484A5-C76E-49D5-9A49-883EFE2024A4}" dt="2026-02-09T17:11:46.271" v="241" actId="26606"/>
        <pc:sldMkLst>
          <pc:docMk/>
          <pc:sldMk cId="511385433" sldId="274"/>
        </pc:sldMkLst>
        <pc:spChg chg="mod">
          <ac:chgData name="Nombu Sithole" userId="87226c63-c74c-4f87-bc11-3ee9475cd3a5" providerId="ADAL" clId="{512484A5-C76E-49D5-9A49-883EFE2024A4}" dt="2026-02-09T17:11:46.271" v="241" actId="26606"/>
          <ac:spMkLst>
            <pc:docMk/>
            <pc:sldMk cId="511385433" sldId="274"/>
            <ac:spMk id="2" creationId="{7D97A451-C141-6EF3-9E0F-5CE6B30CFF30}"/>
          </ac:spMkLst>
        </pc:spChg>
        <pc:spChg chg="mod">
          <ac:chgData name="Nombu Sithole" userId="87226c63-c74c-4f87-bc11-3ee9475cd3a5" providerId="ADAL" clId="{512484A5-C76E-49D5-9A49-883EFE2024A4}" dt="2026-02-09T17:11:46.271" v="241" actId="26606"/>
          <ac:spMkLst>
            <pc:docMk/>
            <pc:sldMk cId="511385433" sldId="274"/>
            <ac:spMk id="3" creationId="{8DF60FE6-5290-1F55-892F-6FB78E8537E5}"/>
          </ac:spMkLst>
        </pc:spChg>
        <pc:spChg chg="add del">
          <ac:chgData name="Nombu Sithole" userId="87226c63-c74c-4f87-bc11-3ee9475cd3a5" providerId="ADAL" clId="{512484A5-C76E-49D5-9A49-883EFE2024A4}" dt="2026-02-09T17:11:46.271" v="241" actId="26606"/>
          <ac:spMkLst>
            <pc:docMk/>
            <pc:sldMk cId="511385433" sldId="274"/>
            <ac:spMk id="9" creationId="{C0763A76-9F1C-4FC5-82B7-DD475DA461B2}"/>
          </ac:spMkLst>
        </pc:spChg>
        <pc:spChg chg="add del">
          <ac:chgData name="Nombu Sithole" userId="87226c63-c74c-4f87-bc11-3ee9475cd3a5" providerId="ADAL" clId="{512484A5-C76E-49D5-9A49-883EFE2024A4}" dt="2026-02-09T17:11:46.271" v="241" actId="26606"/>
          <ac:spMkLst>
            <pc:docMk/>
            <pc:sldMk cId="511385433" sldId="274"/>
            <ac:spMk id="11" creationId="{E81BF4F6-F2CF-4984-9D14-D6966D92F99F}"/>
          </ac:spMkLst>
        </pc:spChg>
        <pc:spChg chg="add">
          <ac:chgData name="Nombu Sithole" userId="87226c63-c74c-4f87-bc11-3ee9475cd3a5" providerId="ADAL" clId="{512484A5-C76E-49D5-9A49-883EFE2024A4}" dt="2026-02-09T17:11:46.271" v="241" actId="26606"/>
          <ac:spMkLst>
            <pc:docMk/>
            <pc:sldMk cId="511385433" sldId="274"/>
            <ac:spMk id="16" creationId="{FFD44BAB-2F3A-4B95-B9D3-E5B819787FF3}"/>
          </ac:spMkLst>
        </pc:spChg>
        <pc:grpChg chg="add">
          <ac:chgData name="Nombu Sithole" userId="87226c63-c74c-4f87-bc11-3ee9475cd3a5" providerId="ADAL" clId="{512484A5-C76E-49D5-9A49-883EFE2024A4}" dt="2026-02-09T17:11:46.271" v="241" actId="26606"/>
          <ac:grpSpMkLst>
            <pc:docMk/>
            <pc:sldMk cId="511385433" sldId="274"/>
            <ac:grpSpMk id="18" creationId="{5C6AE2F4-5A2E-4357-A1D8-6142F9BDC8E3}"/>
          </ac:grpSpMkLst>
        </pc:grpChg>
        <pc:picChg chg="add mod">
          <ac:chgData name="Nombu Sithole" userId="87226c63-c74c-4f87-bc11-3ee9475cd3a5" providerId="ADAL" clId="{512484A5-C76E-49D5-9A49-883EFE2024A4}" dt="2026-02-09T17:11:46.271" v="241" actId="26606"/>
          <ac:picMkLst>
            <pc:docMk/>
            <pc:sldMk cId="511385433" sldId="274"/>
            <ac:picMk id="5" creationId="{1DFB1D21-4BD5-6D73-C1E5-98B764A42CA6}"/>
          </ac:picMkLst>
        </pc:picChg>
      </pc:sldChg>
      <pc:sldChg chg="addSp delSp modSp add mod setBg">
        <pc:chgData name="Nombu Sithole" userId="87226c63-c74c-4f87-bc11-3ee9475cd3a5" providerId="ADAL" clId="{512484A5-C76E-49D5-9A49-883EFE2024A4}" dt="2026-02-09T17:13:54.735" v="253" actId="26606"/>
        <pc:sldMkLst>
          <pc:docMk/>
          <pc:sldMk cId="1996677371" sldId="275"/>
        </pc:sldMkLst>
        <pc:spChg chg="mod">
          <ac:chgData name="Nombu Sithole" userId="87226c63-c74c-4f87-bc11-3ee9475cd3a5" providerId="ADAL" clId="{512484A5-C76E-49D5-9A49-883EFE2024A4}" dt="2026-02-09T17:13:54.735" v="253" actId="26606"/>
          <ac:spMkLst>
            <pc:docMk/>
            <pc:sldMk cId="1996677371" sldId="275"/>
            <ac:spMk id="2" creationId="{3F0AEF7F-2B88-86E8-E80C-4209139EFAC3}"/>
          </ac:spMkLst>
        </pc:spChg>
        <pc:spChg chg="mod">
          <ac:chgData name="Nombu Sithole" userId="87226c63-c74c-4f87-bc11-3ee9475cd3a5" providerId="ADAL" clId="{512484A5-C76E-49D5-9A49-883EFE2024A4}" dt="2026-02-09T17:13:54.735" v="253" actId="26606"/>
          <ac:spMkLst>
            <pc:docMk/>
            <pc:sldMk cId="1996677371" sldId="275"/>
            <ac:spMk id="3" creationId="{53A9768B-9651-AFE0-D774-EFEB6A82A6A5}"/>
          </ac:spMkLst>
        </pc:spChg>
        <pc:spChg chg="add del">
          <ac:chgData name="Nombu Sithole" userId="87226c63-c74c-4f87-bc11-3ee9475cd3a5" providerId="ADAL" clId="{512484A5-C76E-49D5-9A49-883EFE2024A4}" dt="2026-02-09T17:13:54.735" v="253" actId="26606"/>
          <ac:spMkLst>
            <pc:docMk/>
            <pc:sldMk cId="1996677371" sldId="275"/>
            <ac:spMk id="8" creationId="{C2554CA6-288E-4202-BC52-2E5A8F0C0AED}"/>
          </ac:spMkLst>
        </pc:spChg>
        <pc:spChg chg="add del">
          <ac:chgData name="Nombu Sithole" userId="87226c63-c74c-4f87-bc11-3ee9475cd3a5" providerId="ADAL" clId="{512484A5-C76E-49D5-9A49-883EFE2024A4}" dt="2026-02-09T17:13:54.735" v="253" actId="26606"/>
          <ac:spMkLst>
            <pc:docMk/>
            <pc:sldMk cId="1996677371" sldId="275"/>
            <ac:spMk id="10" creationId="{B10BB131-AC8E-4A8E-A5D1-36260F720C3B}"/>
          </ac:spMkLst>
        </pc:spChg>
        <pc:spChg chg="add del">
          <ac:chgData name="Nombu Sithole" userId="87226c63-c74c-4f87-bc11-3ee9475cd3a5" providerId="ADAL" clId="{512484A5-C76E-49D5-9A49-883EFE2024A4}" dt="2026-02-09T17:13:54.735" v="253" actId="26606"/>
          <ac:spMkLst>
            <pc:docMk/>
            <pc:sldMk cId="1996677371" sldId="275"/>
            <ac:spMk id="12" creationId="{5B7778FC-632E-4DCA-A7CB-0D7731CCF970}"/>
          </ac:spMkLst>
        </pc:spChg>
        <pc:spChg chg="add del">
          <ac:chgData name="Nombu Sithole" userId="87226c63-c74c-4f87-bc11-3ee9475cd3a5" providerId="ADAL" clId="{512484A5-C76E-49D5-9A49-883EFE2024A4}" dt="2026-02-09T17:13:54.735" v="253" actId="26606"/>
          <ac:spMkLst>
            <pc:docMk/>
            <pc:sldMk cId="1996677371" sldId="275"/>
            <ac:spMk id="14" creationId="{FA23A907-97FB-4A8F-880A-DD77401C4296}"/>
          </ac:spMkLst>
        </pc:spChg>
        <pc:spChg chg="add">
          <ac:chgData name="Nombu Sithole" userId="87226c63-c74c-4f87-bc11-3ee9475cd3a5" providerId="ADAL" clId="{512484A5-C76E-49D5-9A49-883EFE2024A4}" dt="2026-02-09T17:13:54.735" v="253" actId="26606"/>
          <ac:spMkLst>
            <pc:docMk/>
            <pc:sldMk cId="1996677371" sldId="275"/>
            <ac:spMk id="19" creationId="{18873D23-2DCF-4B31-A009-95721C06E8E1}"/>
          </ac:spMkLst>
        </pc:spChg>
        <pc:spChg chg="add">
          <ac:chgData name="Nombu Sithole" userId="87226c63-c74c-4f87-bc11-3ee9475cd3a5" providerId="ADAL" clId="{512484A5-C76E-49D5-9A49-883EFE2024A4}" dt="2026-02-09T17:13:54.735" v="253" actId="26606"/>
          <ac:spMkLst>
            <pc:docMk/>
            <pc:sldMk cId="1996677371" sldId="275"/>
            <ac:spMk id="21" creationId="{C13EF075-D4EF-4929-ADBC-91B27DA19955}"/>
          </ac:spMkLst>
        </pc:spChg>
        <pc:grpChg chg="add">
          <ac:chgData name="Nombu Sithole" userId="87226c63-c74c-4f87-bc11-3ee9475cd3a5" providerId="ADAL" clId="{512484A5-C76E-49D5-9A49-883EFE2024A4}" dt="2026-02-09T17:13:54.735" v="253" actId="26606"/>
          <ac:grpSpMkLst>
            <pc:docMk/>
            <pc:sldMk cId="1996677371" sldId="275"/>
            <ac:grpSpMk id="23" creationId="{DAA26DFA-AAB2-4973-9C17-16D587C7B198}"/>
          </ac:grpSpMkLst>
        </pc:grpChg>
      </pc:sldChg>
      <pc:sldChg chg="addSp delSp modSp new mod setBg">
        <pc:chgData name="Nombu Sithole" userId="87226c63-c74c-4f87-bc11-3ee9475cd3a5" providerId="ADAL" clId="{512484A5-C76E-49D5-9A49-883EFE2024A4}" dt="2026-02-09T17:07:49.096" v="222" actId="26606"/>
        <pc:sldMkLst>
          <pc:docMk/>
          <pc:sldMk cId="624433583" sldId="276"/>
        </pc:sldMkLst>
        <pc:spChg chg="add mod">
          <ac:chgData name="Nombu Sithole" userId="87226c63-c74c-4f87-bc11-3ee9475cd3a5" providerId="ADAL" clId="{512484A5-C76E-49D5-9A49-883EFE2024A4}" dt="2026-02-09T17:07:49.096" v="222" actId="26606"/>
          <ac:spMkLst>
            <pc:docMk/>
            <pc:sldMk cId="624433583" sldId="276"/>
            <ac:spMk id="5" creationId="{EE96F5D8-D546-EFC1-28B8-45F8AD3B424B}"/>
          </ac:spMkLst>
        </pc:spChg>
        <pc:spChg chg="add del">
          <ac:chgData name="Nombu Sithole" userId="87226c63-c74c-4f87-bc11-3ee9475cd3a5" providerId="ADAL" clId="{512484A5-C76E-49D5-9A49-883EFE2024A4}" dt="2026-02-09T17:07:49.096" v="222" actId="26606"/>
          <ac:spMkLst>
            <pc:docMk/>
            <pc:sldMk cId="624433583" sldId="276"/>
            <ac:spMk id="8" creationId="{22F15A2D-2324-487D-A02A-BF46C5C580EB}"/>
          </ac:spMkLst>
        </pc:spChg>
        <pc:spChg chg="add del">
          <ac:chgData name="Nombu Sithole" userId="87226c63-c74c-4f87-bc11-3ee9475cd3a5" providerId="ADAL" clId="{512484A5-C76E-49D5-9A49-883EFE2024A4}" dt="2026-02-09T17:07:49.096" v="222" actId="26606"/>
          <ac:spMkLst>
            <pc:docMk/>
            <pc:sldMk cId="624433583" sldId="276"/>
            <ac:spMk id="10" creationId="{17A7F34E-D418-47E2-9F86-2C45BBC31210}"/>
          </ac:spMkLst>
        </pc:spChg>
        <pc:spChg chg="add del">
          <ac:chgData name="Nombu Sithole" userId="87226c63-c74c-4f87-bc11-3ee9475cd3a5" providerId="ADAL" clId="{512484A5-C76E-49D5-9A49-883EFE2024A4}" dt="2026-02-09T17:07:49.096" v="222" actId="26606"/>
          <ac:spMkLst>
            <pc:docMk/>
            <pc:sldMk cId="624433583" sldId="276"/>
            <ac:spMk id="12" creationId="{2AEAFA59-923A-4F54-8B49-44C970BCC323}"/>
          </ac:spMkLst>
        </pc:spChg>
        <pc:spChg chg="add">
          <ac:chgData name="Nombu Sithole" userId="87226c63-c74c-4f87-bc11-3ee9475cd3a5" providerId="ADAL" clId="{512484A5-C76E-49D5-9A49-883EFE2024A4}" dt="2026-02-09T17:07:49.096" v="222" actId="26606"/>
          <ac:spMkLst>
            <pc:docMk/>
            <pc:sldMk cId="624433583" sldId="276"/>
            <ac:spMk id="17" creationId="{6753252F-4873-4F63-801D-CC719279A7D5}"/>
          </ac:spMkLst>
        </pc:spChg>
        <pc:spChg chg="add">
          <ac:chgData name="Nombu Sithole" userId="87226c63-c74c-4f87-bc11-3ee9475cd3a5" providerId="ADAL" clId="{512484A5-C76E-49D5-9A49-883EFE2024A4}" dt="2026-02-09T17:07:49.096" v="222" actId="26606"/>
          <ac:spMkLst>
            <pc:docMk/>
            <pc:sldMk cId="624433583" sldId="276"/>
            <ac:spMk id="19" creationId="{047C8CCB-F95D-4249-92DD-651249D3535A}"/>
          </ac:spMkLst>
        </pc:spChg>
        <pc:picChg chg="add mod ord">
          <ac:chgData name="Nombu Sithole" userId="87226c63-c74c-4f87-bc11-3ee9475cd3a5" providerId="ADAL" clId="{512484A5-C76E-49D5-9A49-883EFE2024A4}" dt="2026-02-09T17:07:49.096" v="222" actId="26606"/>
          <ac:picMkLst>
            <pc:docMk/>
            <pc:sldMk cId="624433583" sldId="276"/>
            <ac:picMk id="3" creationId="{0CFAAEEE-6566-BA87-E226-D97A34E5AF41}"/>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EC5D78-A980-4F4D-B42E-F6CAD8D7F676}"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A917F055-B3C1-473B-8FAE-674A8C5A98A9}">
      <dgm:prSet/>
      <dgm:spPr/>
      <dgm:t>
        <a:bodyPr/>
        <a:lstStyle/>
        <a:p>
          <a:pPr>
            <a:lnSpc>
              <a:spcPct val="100000"/>
            </a:lnSpc>
          </a:pPr>
          <a:r>
            <a:rPr lang="en-ZA" dirty="0"/>
            <a:t>Although the Decision Tree achieved the highest raw accuracy, </a:t>
          </a:r>
          <a:r>
            <a:rPr lang="en-ZA" b="1" dirty="0"/>
            <a:t>Random Forest</a:t>
          </a:r>
          <a:r>
            <a:rPr lang="en-ZA" dirty="0"/>
            <a:t> was selected as the final model.</a:t>
          </a:r>
          <a:br>
            <a:rPr lang="en-ZA" dirty="0"/>
          </a:br>
          <a:r>
            <a:rPr lang="en-ZA" dirty="0"/>
            <a:t>This decision was based on its strong accuracy, stability, and superior generalization compared to a single tree.</a:t>
          </a:r>
          <a:endParaRPr lang="en-US" dirty="0"/>
        </a:p>
      </dgm:t>
    </dgm:pt>
    <dgm:pt modelId="{C6CF3642-5E6D-4438-BB29-D7F619D40791}" type="parTrans" cxnId="{97A9CD45-40EF-42E1-8C19-9330EDD3DDF5}">
      <dgm:prSet/>
      <dgm:spPr/>
      <dgm:t>
        <a:bodyPr/>
        <a:lstStyle/>
        <a:p>
          <a:endParaRPr lang="en-US"/>
        </a:p>
      </dgm:t>
    </dgm:pt>
    <dgm:pt modelId="{7984715D-0C42-4501-BA31-A4A1BC96331B}" type="sibTrans" cxnId="{97A9CD45-40EF-42E1-8C19-9330EDD3DDF5}">
      <dgm:prSet/>
      <dgm:spPr/>
      <dgm:t>
        <a:bodyPr/>
        <a:lstStyle/>
        <a:p>
          <a:endParaRPr lang="en-US"/>
        </a:p>
      </dgm:t>
    </dgm:pt>
    <dgm:pt modelId="{333CB76C-F2DC-42CC-834E-600D6F0E3165}">
      <dgm:prSet/>
      <dgm:spPr/>
      <dgm:t>
        <a:bodyPr/>
        <a:lstStyle/>
        <a:p>
          <a:pPr>
            <a:lnSpc>
              <a:spcPct val="100000"/>
            </a:lnSpc>
          </a:pPr>
          <a:r>
            <a:rPr lang="en-ZA"/>
            <a:t>Random Forest also demonstrated robust performance across all anaemia classes, making it the most dependable choice for practical application.</a:t>
          </a:r>
          <a:endParaRPr lang="en-US"/>
        </a:p>
      </dgm:t>
    </dgm:pt>
    <dgm:pt modelId="{2335AA29-F11A-43D0-A8B0-BDC9CCA7AD86}" type="parTrans" cxnId="{1A8F74BC-9461-4D0B-9E93-A68F9E46B9AC}">
      <dgm:prSet/>
      <dgm:spPr/>
      <dgm:t>
        <a:bodyPr/>
        <a:lstStyle/>
        <a:p>
          <a:endParaRPr lang="en-US"/>
        </a:p>
      </dgm:t>
    </dgm:pt>
    <dgm:pt modelId="{5F8577A6-BACE-47A2-A21D-F8BDDCEE07FE}" type="sibTrans" cxnId="{1A8F74BC-9461-4D0B-9E93-A68F9E46B9AC}">
      <dgm:prSet/>
      <dgm:spPr/>
      <dgm:t>
        <a:bodyPr/>
        <a:lstStyle/>
        <a:p>
          <a:endParaRPr lang="en-US"/>
        </a:p>
      </dgm:t>
    </dgm:pt>
    <dgm:pt modelId="{9561A322-654A-4449-96A6-34EF587180E0}" type="pres">
      <dgm:prSet presAssocID="{EFEC5D78-A980-4F4D-B42E-F6CAD8D7F676}" presName="root" presStyleCnt="0">
        <dgm:presLayoutVars>
          <dgm:dir/>
          <dgm:resizeHandles val="exact"/>
        </dgm:presLayoutVars>
      </dgm:prSet>
      <dgm:spPr/>
    </dgm:pt>
    <dgm:pt modelId="{0236709C-9B35-4FD4-9503-12D9588098D9}" type="pres">
      <dgm:prSet presAssocID="{A917F055-B3C1-473B-8FAE-674A8C5A98A9}" presName="compNode" presStyleCnt="0"/>
      <dgm:spPr/>
    </dgm:pt>
    <dgm:pt modelId="{9C4C0294-9B5D-45EC-940C-58DD8A33C93C}" type="pres">
      <dgm:prSet presAssocID="{A917F055-B3C1-473B-8FAE-674A8C5A98A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rest scene"/>
        </a:ext>
      </dgm:extLst>
    </dgm:pt>
    <dgm:pt modelId="{7C34CACE-92F5-4482-9495-337DD7D43F43}" type="pres">
      <dgm:prSet presAssocID="{A917F055-B3C1-473B-8FAE-674A8C5A98A9}" presName="spaceRect" presStyleCnt="0"/>
      <dgm:spPr/>
    </dgm:pt>
    <dgm:pt modelId="{A1F7D503-580C-470C-824F-5A6B7601495B}" type="pres">
      <dgm:prSet presAssocID="{A917F055-B3C1-473B-8FAE-674A8C5A98A9}" presName="textRect" presStyleLbl="revTx" presStyleIdx="0" presStyleCnt="2">
        <dgm:presLayoutVars>
          <dgm:chMax val="1"/>
          <dgm:chPref val="1"/>
        </dgm:presLayoutVars>
      </dgm:prSet>
      <dgm:spPr/>
    </dgm:pt>
    <dgm:pt modelId="{39964A90-7AA0-470B-931B-628D9983F13C}" type="pres">
      <dgm:prSet presAssocID="{7984715D-0C42-4501-BA31-A4A1BC96331B}" presName="sibTrans" presStyleCnt="0"/>
      <dgm:spPr/>
    </dgm:pt>
    <dgm:pt modelId="{5E1D0DBA-65FA-4DEC-87A7-9003C9388D28}" type="pres">
      <dgm:prSet presAssocID="{333CB76C-F2DC-42CC-834E-600D6F0E3165}" presName="compNode" presStyleCnt="0"/>
      <dgm:spPr/>
    </dgm:pt>
    <dgm:pt modelId="{030A8E0A-B28A-4A84-998E-083D3057D6FC}" type="pres">
      <dgm:prSet presAssocID="{333CB76C-F2DC-42CC-834E-600D6F0E316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NA"/>
        </a:ext>
      </dgm:extLst>
    </dgm:pt>
    <dgm:pt modelId="{B77296A0-1DA2-4CC4-ADAE-E148AAB8D4D7}" type="pres">
      <dgm:prSet presAssocID="{333CB76C-F2DC-42CC-834E-600D6F0E3165}" presName="spaceRect" presStyleCnt="0"/>
      <dgm:spPr/>
    </dgm:pt>
    <dgm:pt modelId="{33597BF6-8872-4321-819F-0A1D2C02A80B}" type="pres">
      <dgm:prSet presAssocID="{333CB76C-F2DC-42CC-834E-600D6F0E3165}" presName="textRect" presStyleLbl="revTx" presStyleIdx="1" presStyleCnt="2">
        <dgm:presLayoutVars>
          <dgm:chMax val="1"/>
          <dgm:chPref val="1"/>
        </dgm:presLayoutVars>
      </dgm:prSet>
      <dgm:spPr/>
    </dgm:pt>
  </dgm:ptLst>
  <dgm:cxnLst>
    <dgm:cxn modelId="{97A9CD45-40EF-42E1-8C19-9330EDD3DDF5}" srcId="{EFEC5D78-A980-4F4D-B42E-F6CAD8D7F676}" destId="{A917F055-B3C1-473B-8FAE-674A8C5A98A9}" srcOrd="0" destOrd="0" parTransId="{C6CF3642-5E6D-4438-BB29-D7F619D40791}" sibTransId="{7984715D-0C42-4501-BA31-A4A1BC96331B}"/>
    <dgm:cxn modelId="{B00E187E-AFFD-4B6A-A6D5-CDAA802D8A66}" type="presOf" srcId="{333CB76C-F2DC-42CC-834E-600D6F0E3165}" destId="{33597BF6-8872-4321-819F-0A1D2C02A80B}" srcOrd="0" destOrd="0" presId="urn:microsoft.com/office/officeart/2018/2/layout/IconLabelList"/>
    <dgm:cxn modelId="{FD459C81-83B7-4C8D-B429-3E2CFB652EDB}" type="presOf" srcId="{A917F055-B3C1-473B-8FAE-674A8C5A98A9}" destId="{A1F7D503-580C-470C-824F-5A6B7601495B}" srcOrd="0" destOrd="0" presId="urn:microsoft.com/office/officeart/2018/2/layout/IconLabelList"/>
    <dgm:cxn modelId="{1A8F74BC-9461-4D0B-9E93-A68F9E46B9AC}" srcId="{EFEC5D78-A980-4F4D-B42E-F6CAD8D7F676}" destId="{333CB76C-F2DC-42CC-834E-600D6F0E3165}" srcOrd="1" destOrd="0" parTransId="{2335AA29-F11A-43D0-A8B0-BDC9CCA7AD86}" sibTransId="{5F8577A6-BACE-47A2-A21D-F8BDDCEE07FE}"/>
    <dgm:cxn modelId="{A90425DF-14F8-4E03-87A1-CFD99996C621}" type="presOf" srcId="{EFEC5D78-A980-4F4D-B42E-F6CAD8D7F676}" destId="{9561A322-654A-4449-96A6-34EF587180E0}" srcOrd="0" destOrd="0" presId="urn:microsoft.com/office/officeart/2018/2/layout/IconLabelList"/>
    <dgm:cxn modelId="{A30A30E8-A5F4-4FAC-BC02-745DA305FF23}" type="presParOf" srcId="{9561A322-654A-4449-96A6-34EF587180E0}" destId="{0236709C-9B35-4FD4-9503-12D9588098D9}" srcOrd="0" destOrd="0" presId="urn:microsoft.com/office/officeart/2018/2/layout/IconLabelList"/>
    <dgm:cxn modelId="{7DB56D4F-24E8-4ADF-8E7B-2CAA71CD3AB6}" type="presParOf" srcId="{0236709C-9B35-4FD4-9503-12D9588098D9}" destId="{9C4C0294-9B5D-45EC-940C-58DD8A33C93C}" srcOrd="0" destOrd="0" presId="urn:microsoft.com/office/officeart/2018/2/layout/IconLabelList"/>
    <dgm:cxn modelId="{F4AEEF7A-6F07-4FCF-85CD-5C3260D79B95}" type="presParOf" srcId="{0236709C-9B35-4FD4-9503-12D9588098D9}" destId="{7C34CACE-92F5-4482-9495-337DD7D43F43}" srcOrd="1" destOrd="0" presId="urn:microsoft.com/office/officeart/2018/2/layout/IconLabelList"/>
    <dgm:cxn modelId="{E736A838-94E6-4835-954E-F2696ACE7ECA}" type="presParOf" srcId="{0236709C-9B35-4FD4-9503-12D9588098D9}" destId="{A1F7D503-580C-470C-824F-5A6B7601495B}" srcOrd="2" destOrd="0" presId="urn:microsoft.com/office/officeart/2018/2/layout/IconLabelList"/>
    <dgm:cxn modelId="{8F96AD71-7845-4843-B2B0-D657C7AD9841}" type="presParOf" srcId="{9561A322-654A-4449-96A6-34EF587180E0}" destId="{39964A90-7AA0-470B-931B-628D9983F13C}" srcOrd="1" destOrd="0" presId="urn:microsoft.com/office/officeart/2018/2/layout/IconLabelList"/>
    <dgm:cxn modelId="{CC87396D-7B5B-4531-AC58-3D86938EB182}" type="presParOf" srcId="{9561A322-654A-4449-96A6-34EF587180E0}" destId="{5E1D0DBA-65FA-4DEC-87A7-9003C9388D28}" srcOrd="2" destOrd="0" presId="urn:microsoft.com/office/officeart/2018/2/layout/IconLabelList"/>
    <dgm:cxn modelId="{878BF906-5F61-4B29-8F26-205F4E17385D}" type="presParOf" srcId="{5E1D0DBA-65FA-4DEC-87A7-9003C9388D28}" destId="{030A8E0A-B28A-4A84-998E-083D3057D6FC}" srcOrd="0" destOrd="0" presId="urn:microsoft.com/office/officeart/2018/2/layout/IconLabelList"/>
    <dgm:cxn modelId="{B4E0111D-7C10-40BC-B3FE-A3DA54C3F455}" type="presParOf" srcId="{5E1D0DBA-65FA-4DEC-87A7-9003C9388D28}" destId="{B77296A0-1DA2-4CC4-ADAE-E148AAB8D4D7}" srcOrd="1" destOrd="0" presId="urn:microsoft.com/office/officeart/2018/2/layout/IconLabelList"/>
    <dgm:cxn modelId="{5915E03E-1639-41A3-9EF9-3F0E29B95038}" type="presParOf" srcId="{5E1D0DBA-65FA-4DEC-87A7-9003C9388D28}" destId="{33597BF6-8872-4321-819F-0A1D2C02A80B}"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4C0294-9B5D-45EC-940C-58DD8A33C93C}">
      <dsp:nvSpPr>
        <dsp:cNvPr id="0" name=""/>
        <dsp:cNvSpPr/>
      </dsp:nvSpPr>
      <dsp:spPr>
        <a:xfrm>
          <a:off x="770742" y="529029"/>
          <a:ext cx="1235250" cy="12352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F7D503-580C-470C-824F-5A6B7601495B}">
      <dsp:nvSpPr>
        <dsp:cNvPr id="0" name=""/>
        <dsp:cNvSpPr/>
      </dsp:nvSpPr>
      <dsp:spPr>
        <a:xfrm>
          <a:off x="15867" y="2165004"/>
          <a:ext cx="2745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dirty="0"/>
            <a:t>Although the Decision Tree achieved the highest raw accuracy, </a:t>
          </a:r>
          <a:r>
            <a:rPr lang="en-ZA" sz="1100" b="1" kern="1200" dirty="0"/>
            <a:t>Random Forest</a:t>
          </a:r>
          <a:r>
            <a:rPr lang="en-ZA" sz="1100" kern="1200" dirty="0"/>
            <a:t> was selected as the final model.</a:t>
          </a:r>
          <a:br>
            <a:rPr lang="en-ZA" sz="1100" kern="1200" dirty="0"/>
          </a:br>
          <a:r>
            <a:rPr lang="en-ZA" sz="1100" kern="1200" dirty="0"/>
            <a:t>This decision was based on its strong accuracy, stability, and superior generalization compared to a single tree.</a:t>
          </a:r>
          <a:endParaRPr lang="en-US" sz="1100" kern="1200" dirty="0"/>
        </a:p>
      </dsp:txBody>
      <dsp:txXfrm>
        <a:off x="15867" y="2165004"/>
        <a:ext cx="2745000" cy="1035000"/>
      </dsp:txXfrm>
    </dsp:sp>
    <dsp:sp modelId="{030A8E0A-B28A-4A84-998E-083D3057D6FC}">
      <dsp:nvSpPr>
        <dsp:cNvPr id="0" name=""/>
        <dsp:cNvSpPr/>
      </dsp:nvSpPr>
      <dsp:spPr>
        <a:xfrm>
          <a:off x="3996117" y="529029"/>
          <a:ext cx="1235250" cy="12352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597BF6-8872-4321-819F-0A1D2C02A80B}">
      <dsp:nvSpPr>
        <dsp:cNvPr id="0" name=""/>
        <dsp:cNvSpPr/>
      </dsp:nvSpPr>
      <dsp:spPr>
        <a:xfrm>
          <a:off x="3241242" y="2165004"/>
          <a:ext cx="2745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a:t>Random Forest also demonstrated robust performance across all anaemia classes, making it the most dependable choice for practical application.</a:t>
          </a:r>
          <a:endParaRPr lang="en-US" sz="1100" kern="1200"/>
        </a:p>
      </dsp:txBody>
      <dsp:txXfrm>
        <a:off x="3241242" y="2165004"/>
        <a:ext cx="2745000" cy="103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1775A-BAFB-88AF-861F-0372CD0A55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D61D98C1-DB6B-7462-1202-92FD08261C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8E972F9A-627B-F2E7-B8D7-955696C58575}"/>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5" name="Footer Placeholder 4">
            <a:extLst>
              <a:ext uri="{FF2B5EF4-FFF2-40B4-BE49-F238E27FC236}">
                <a16:creationId xmlns:a16="http://schemas.microsoft.com/office/drawing/2014/main" id="{3F075D56-EE32-438F-1C92-57A947CB5EB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4FF682A-D048-4745-CEB2-E286C9150893}"/>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688720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E1D5F-7D77-9003-AE50-BB850C473B3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665F818-8D1F-1B2E-2C6A-5A93A0CC84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B55CEF6-481B-96C0-2717-88425DC3138D}"/>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5" name="Footer Placeholder 4">
            <a:extLst>
              <a:ext uri="{FF2B5EF4-FFF2-40B4-BE49-F238E27FC236}">
                <a16:creationId xmlns:a16="http://schemas.microsoft.com/office/drawing/2014/main" id="{F1D145C2-9295-3FF1-71A8-82A31363ADF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EDA15E7-8F83-C878-77A4-5AFFA5BF0D62}"/>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3094197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DF86E-E2BC-E08D-66CA-A143C7D7A8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A8C12F7-D285-F86E-09A1-F078C93CC9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EA1A42-A514-F852-4169-623C2518BCCB}"/>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5" name="Footer Placeholder 4">
            <a:extLst>
              <a:ext uri="{FF2B5EF4-FFF2-40B4-BE49-F238E27FC236}">
                <a16:creationId xmlns:a16="http://schemas.microsoft.com/office/drawing/2014/main" id="{D38A4924-8EB5-A7AD-8CF3-863A250FE46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2F3E7D2-F39A-D10C-0739-7E88991F516D}"/>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1380585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7B748-384E-00A0-1D3F-4F52DB85B5A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0492898-6EE7-FBC7-C2E9-542D0E8123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62F4E53E-E703-6FCD-9EA1-34A93A3AC1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61D77FD-1202-4DA7-C464-5C813C2BE3E5}"/>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6" name="Footer Placeholder 5">
            <a:extLst>
              <a:ext uri="{FF2B5EF4-FFF2-40B4-BE49-F238E27FC236}">
                <a16:creationId xmlns:a16="http://schemas.microsoft.com/office/drawing/2014/main" id="{941780F1-CF0B-EC1A-85BF-6A4801841E5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D7DEB8E-88E6-CD60-58BB-F469376F374F}"/>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795063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29343-3289-0E55-7FB4-2AF9801CC873}"/>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6E9128AB-289B-1D5C-C192-DC1121796F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2C007B-47BF-F2E1-AAA3-F3D30DC781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ED54F1F5-B67E-121C-244E-E408E3FAEB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33D5C6-7F1B-7835-68C1-05DF4538BA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8F87EF56-9161-4E67-B6CB-50BB5D31A65C}"/>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8" name="Footer Placeholder 7">
            <a:extLst>
              <a:ext uri="{FF2B5EF4-FFF2-40B4-BE49-F238E27FC236}">
                <a16:creationId xmlns:a16="http://schemas.microsoft.com/office/drawing/2014/main" id="{C4D6E918-74D5-8D8C-63EA-7FFB19A1DB86}"/>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4D007E79-AD42-E82A-0595-C9EDAC2F313D}"/>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478064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7552-8AB0-7EEF-954C-D5E7FAECF84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587E39BC-B201-9533-EE40-16245C7BD4CB}"/>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4" name="Footer Placeholder 3">
            <a:extLst>
              <a:ext uri="{FF2B5EF4-FFF2-40B4-BE49-F238E27FC236}">
                <a16:creationId xmlns:a16="http://schemas.microsoft.com/office/drawing/2014/main" id="{B279D3E7-C335-C951-C5E3-6A196E11D68E}"/>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C5EB76DF-129B-CCB1-1963-B1D69E358923}"/>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3206051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9D8D53-FA3D-C080-3599-576F87A744E0}"/>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3" name="Footer Placeholder 2">
            <a:extLst>
              <a:ext uri="{FF2B5EF4-FFF2-40B4-BE49-F238E27FC236}">
                <a16:creationId xmlns:a16="http://schemas.microsoft.com/office/drawing/2014/main" id="{2A68C893-6C9B-31AD-F751-DEDC6E477F43}"/>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018B5662-9075-BD3C-26DA-78A790C162AD}"/>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219966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E5F3E-CC55-F796-47C0-814E1C3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13A2A466-AE85-9345-F402-E16DCFB60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BD82285C-5FEA-11EF-CA95-253252C3F5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9DB3BE-3C6B-EED1-C7C3-0C76CA14D580}"/>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6" name="Footer Placeholder 5">
            <a:extLst>
              <a:ext uri="{FF2B5EF4-FFF2-40B4-BE49-F238E27FC236}">
                <a16:creationId xmlns:a16="http://schemas.microsoft.com/office/drawing/2014/main" id="{C9CC026E-3D04-FE0D-4DF1-B8FDDBD86C0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313858E-F0C5-A7A9-0D6C-ADCEFEE6F225}"/>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3888525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7D811-14EC-7BD0-B3B3-BE5B90E9E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D03EFCD9-FD8F-A024-FD5C-ED06417680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6B178555-5FBA-9BF0-02B8-0D149B6B1D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84E92E-3A4A-799A-CFCE-D34EB6724A0B}"/>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6" name="Footer Placeholder 5">
            <a:extLst>
              <a:ext uri="{FF2B5EF4-FFF2-40B4-BE49-F238E27FC236}">
                <a16:creationId xmlns:a16="http://schemas.microsoft.com/office/drawing/2014/main" id="{F34B53D1-7BA3-94F8-0069-208418F1325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4847E5F-CDB0-8992-AE90-543455FB2824}"/>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2992784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B41A3-8586-79FD-7DE9-059FB719ED00}"/>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5755FE0-6A81-2043-3A08-E19D80658C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4869783-1697-D696-C366-0EC370356D48}"/>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5" name="Footer Placeholder 4">
            <a:extLst>
              <a:ext uri="{FF2B5EF4-FFF2-40B4-BE49-F238E27FC236}">
                <a16:creationId xmlns:a16="http://schemas.microsoft.com/office/drawing/2014/main" id="{27AD4C5F-8E0A-EE52-9A81-11420D23E2B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BCFA89C-5E05-38FE-C694-59DC69DC9D16}"/>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369348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EF1092-6F9B-73CF-4AAF-79EA3D2913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0FFA357-9341-704B-B5CA-3878AC2F8E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A6563FF-8BE9-EBEC-20B9-2EBBE0A08CF9}"/>
              </a:ext>
            </a:extLst>
          </p:cNvPr>
          <p:cNvSpPr>
            <a:spLocks noGrp="1"/>
          </p:cNvSpPr>
          <p:nvPr>
            <p:ph type="dt" sz="half" idx="10"/>
          </p:nvPr>
        </p:nvSpPr>
        <p:spPr/>
        <p:txBody>
          <a:bodyPr/>
          <a:lstStyle/>
          <a:p>
            <a:fld id="{BFE879A5-63C9-4387-A8F8-BBE5B8CAAAE1}" type="datetimeFigureOut">
              <a:rPr lang="en-ZA" smtClean="0"/>
              <a:t>2026/02/09</a:t>
            </a:fld>
            <a:endParaRPr lang="en-ZA"/>
          </a:p>
        </p:txBody>
      </p:sp>
      <p:sp>
        <p:nvSpPr>
          <p:cNvPr id="5" name="Footer Placeholder 4">
            <a:extLst>
              <a:ext uri="{FF2B5EF4-FFF2-40B4-BE49-F238E27FC236}">
                <a16:creationId xmlns:a16="http://schemas.microsoft.com/office/drawing/2014/main" id="{C7C9133C-F5A7-45E6-16BB-F09653D1894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F733B7D-D85E-4F2C-5D05-23ADFC92FE0E}"/>
              </a:ext>
            </a:extLst>
          </p:cNvPr>
          <p:cNvSpPr>
            <a:spLocks noGrp="1"/>
          </p:cNvSpPr>
          <p:nvPr>
            <p:ph type="sldNum" sz="quarter" idx="12"/>
          </p:nvPr>
        </p:nvSpPr>
        <p:spPr/>
        <p:txBody>
          <a:bodyPr/>
          <a:lstStyle/>
          <a:p>
            <a:fld id="{AEFD4D5F-45FF-4DDD-A558-5B364BBA5AC9}" type="slidenum">
              <a:rPr lang="en-ZA" smtClean="0"/>
              <a:t>‹#›</a:t>
            </a:fld>
            <a:endParaRPr lang="en-ZA"/>
          </a:p>
        </p:txBody>
      </p:sp>
    </p:spTree>
    <p:extLst>
      <p:ext uri="{BB962C8B-B14F-4D97-AF65-F5344CB8AC3E}">
        <p14:creationId xmlns:p14="http://schemas.microsoft.com/office/powerpoint/2010/main" val="386707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0C5B94-B5A5-AC95-97F9-162328F4CD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69248A2-5D7F-E792-FD55-557DB3809D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F5B00CE-028A-384B-2F0D-4C678B4809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E879A5-63C9-4387-A8F8-BBE5B8CAAAE1}" type="datetimeFigureOut">
              <a:rPr lang="en-ZA" smtClean="0"/>
              <a:t>2026/02/09</a:t>
            </a:fld>
            <a:endParaRPr lang="en-ZA"/>
          </a:p>
        </p:txBody>
      </p:sp>
      <p:sp>
        <p:nvSpPr>
          <p:cNvPr id="5" name="Footer Placeholder 4">
            <a:extLst>
              <a:ext uri="{FF2B5EF4-FFF2-40B4-BE49-F238E27FC236}">
                <a16:creationId xmlns:a16="http://schemas.microsoft.com/office/drawing/2014/main" id="{8C736DB2-688A-3BB3-D06B-4413EEBE56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33EC6664-FF39-1A4D-D09E-CB87DC4379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FD4D5F-45FF-4DDD-A558-5B364BBA5AC9}" type="slidenum">
              <a:rPr lang="en-ZA" smtClean="0"/>
              <a:t>‹#›</a:t>
            </a:fld>
            <a:endParaRPr lang="en-ZA"/>
          </a:p>
        </p:txBody>
      </p:sp>
    </p:spTree>
    <p:extLst>
      <p:ext uri="{BB962C8B-B14F-4D97-AF65-F5344CB8AC3E}">
        <p14:creationId xmlns:p14="http://schemas.microsoft.com/office/powerpoint/2010/main" val="32901874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CA63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E96F5D8-D546-EFC1-28B8-45F8AD3B424B}"/>
              </a:ext>
            </a:extLst>
          </p:cNvPr>
          <p:cNvSpPr txBox="1"/>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2200" b="1" kern="1200" dirty="0">
                <a:solidFill>
                  <a:srgbClr val="FFFFFF"/>
                </a:solidFill>
                <a:latin typeface="+mj-lt"/>
                <a:ea typeface="+mj-ea"/>
                <a:cs typeface="+mj-cs"/>
              </a:rPr>
              <a:t>Early Detection of </a:t>
            </a:r>
            <a:r>
              <a:rPr lang="en-US" sz="2200" b="1" kern="1200" dirty="0" err="1">
                <a:solidFill>
                  <a:srgbClr val="FFFFFF"/>
                </a:solidFill>
                <a:latin typeface="+mj-lt"/>
                <a:ea typeface="+mj-ea"/>
                <a:cs typeface="+mj-cs"/>
              </a:rPr>
              <a:t>Anaemia</a:t>
            </a:r>
            <a:r>
              <a:rPr lang="en-US" sz="2200" b="1" kern="1200" dirty="0">
                <a:solidFill>
                  <a:srgbClr val="FFFFFF"/>
                </a:solidFill>
                <a:latin typeface="+mj-lt"/>
                <a:ea typeface="+mj-ea"/>
                <a:cs typeface="+mj-cs"/>
              </a:rPr>
              <a:t> Using Machine Learning</a:t>
            </a:r>
            <a:endParaRPr lang="en-US" sz="2200" kern="120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0CFAAEEE-6566-BA87-E226-D97A34E5AF41}"/>
              </a:ext>
            </a:extLst>
          </p:cNvPr>
          <p:cNvPicPr>
            <a:picLocks noChangeAspect="1"/>
          </p:cNvPicPr>
          <p:nvPr/>
        </p:nvPicPr>
        <p:blipFill>
          <a:blip r:embed="rId2"/>
          <a:stretch>
            <a:fillRect/>
          </a:stretch>
        </p:blipFill>
        <p:spPr>
          <a:xfrm>
            <a:off x="4644223" y="961812"/>
            <a:ext cx="5976953" cy="4930987"/>
          </a:xfrm>
          <a:prstGeom prst="rect">
            <a:avLst/>
          </a:prstGeom>
        </p:spPr>
      </p:pic>
    </p:spTree>
    <p:extLst>
      <p:ext uri="{BB962C8B-B14F-4D97-AF65-F5344CB8AC3E}">
        <p14:creationId xmlns:p14="http://schemas.microsoft.com/office/powerpoint/2010/main" val="624433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24D8DB-545A-9A03-48B8-BAEF719AA4A5}"/>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2F5737-B02F-0E88-538C-936BCE0D6C80}"/>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Problem Background</a:t>
            </a:r>
          </a:p>
        </p:txBody>
      </p:sp>
      <p:sp>
        <p:nvSpPr>
          <p:cNvPr id="3" name="Content Placeholder 2">
            <a:extLst>
              <a:ext uri="{FF2B5EF4-FFF2-40B4-BE49-F238E27FC236}">
                <a16:creationId xmlns:a16="http://schemas.microsoft.com/office/drawing/2014/main" id="{88DB4E19-1BEB-7A96-C0BC-D22FDFF3C2F0}"/>
              </a:ext>
            </a:extLst>
          </p:cNvPr>
          <p:cNvSpPr>
            <a:spLocks noGrp="1"/>
          </p:cNvSpPr>
          <p:nvPr>
            <p:ph idx="1"/>
          </p:nvPr>
        </p:nvSpPr>
        <p:spPr>
          <a:xfrm>
            <a:off x="804672" y="2272143"/>
            <a:ext cx="4706803" cy="3788830"/>
          </a:xfrm>
        </p:spPr>
        <p:txBody>
          <a:bodyPr anchor="ctr">
            <a:normAutofit/>
          </a:bodyPr>
          <a:lstStyle/>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Anaemia is a common blood disorder that occurs when the body does not have enough healthy red blood cells or haemoglobin to carry oxygen efficiently. It affects more than one billion people worldwide and can lead to fatigue, organ damage, pregnancy complications, and a reduced quality of life if left untreated.</a:t>
            </a:r>
          </a:p>
          <a:p>
            <a:endParaRPr lang="en-ZA" sz="150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Early detection is extremely important, because different types of anaemia require different treatments. However, traditional diagnosis relies on laboratory blood tests and expert interpretation, which can be expensive, time-consuming, and difficult to access in low-resource or rural settings. This creates an opportunity for data-driven approaches, such as machine learning, to assist with faster and more accessible screening.</a:t>
            </a:r>
          </a:p>
          <a:p>
            <a:endParaRPr lang="en-ZA" sz="1500">
              <a:solidFill>
                <a:schemeClr val="tx2"/>
              </a:solidFill>
            </a:endParaRPr>
          </a:p>
        </p:txBody>
      </p:sp>
      <p:pic>
        <p:nvPicPr>
          <p:cNvPr id="5" name="Picture 4" descr="Close up view of platelets in the blood">
            <a:extLst>
              <a:ext uri="{FF2B5EF4-FFF2-40B4-BE49-F238E27FC236}">
                <a16:creationId xmlns:a16="http://schemas.microsoft.com/office/drawing/2014/main" id="{67243B34-6BEE-9338-D5E3-B50F367405F9}"/>
              </a:ext>
            </a:extLst>
          </p:cNvPr>
          <p:cNvPicPr>
            <a:picLocks noChangeAspect="1"/>
          </p:cNvPicPr>
          <p:nvPr/>
        </p:nvPicPr>
        <p:blipFill>
          <a:blip r:embed="rId2"/>
          <a:srcRect l="24388" r="26655" b="1"/>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8" name="Group 17">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9" name="Freeform: Shape 18">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2" name="Freeform: Shape 21">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717070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62A06E-6079-FCBE-A496-F405F6018BDD}"/>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0004F9-63AD-64BB-0E45-FF206AA52465}"/>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Project Objective</a:t>
            </a:r>
          </a:p>
        </p:txBody>
      </p:sp>
      <p:sp>
        <p:nvSpPr>
          <p:cNvPr id="3" name="Content Placeholder 2">
            <a:extLst>
              <a:ext uri="{FF2B5EF4-FFF2-40B4-BE49-F238E27FC236}">
                <a16:creationId xmlns:a16="http://schemas.microsoft.com/office/drawing/2014/main" id="{2D0397F3-218F-1973-0E60-4BB4604CC849}"/>
              </a:ext>
            </a:extLst>
          </p:cNvPr>
          <p:cNvSpPr>
            <a:spLocks noGrp="1"/>
          </p:cNvSpPr>
          <p:nvPr>
            <p:ph idx="1"/>
          </p:nvPr>
        </p:nvSpPr>
        <p:spPr>
          <a:xfrm>
            <a:off x="804672" y="2272143"/>
            <a:ext cx="4706803" cy="3788830"/>
          </a:xfrm>
        </p:spPr>
        <p:txBody>
          <a:bodyPr anchor="ctr">
            <a:normAutofit/>
          </a:bodyPr>
          <a:lstStyle/>
          <a:p>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The main objective of this project was to use machine learning techniques to detect and classify different types of anaemia using routine blood test parameters. We aimed to compare several machine learning models and evaluate how accurately they can distinguish between healthy individuals and different anaemia types.</a:t>
            </a:r>
          </a:p>
          <a:p>
            <a:endParaRPr lang="en-ZA" sz="170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Ultimately, the goal was to identify the most accurate and reliable model that could serve as a decision-support tool for healthcare professionals, especially in early screening scenarios</a:t>
            </a:r>
            <a:r>
              <a:rPr lang="en-ZA" sz="1700">
                <a:solidFill>
                  <a:schemeClr val="tx2"/>
                </a:solidFill>
              </a:rPr>
              <a:t>.</a:t>
            </a:r>
          </a:p>
        </p:txBody>
      </p:sp>
      <p:pic>
        <p:nvPicPr>
          <p:cNvPr id="5" name="Picture 4" descr="Vaccine storage and manufacturing">
            <a:extLst>
              <a:ext uri="{FF2B5EF4-FFF2-40B4-BE49-F238E27FC236}">
                <a16:creationId xmlns:a16="http://schemas.microsoft.com/office/drawing/2014/main" id="{1CB96408-63EB-D3D5-5B28-B7D58A2E84C2}"/>
              </a:ext>
            </a:extLst>
          </p:cNvPr>
          <p:cNvPicPr>
            <a:picLocks noChangeAspect="1"/>
          </p:cNvPicPr>
          <p:nvPr/>
        </p:nvPicPr>
        <p:blipFill>
          <a:blip r:embed="rId2"/>
          <a:srcRect l="24894" r="17009" b="-2"/>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8" name="Group 17">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9" name="Freeform: Shape 18">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2" name="Freeform: Shape 21">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99527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3A610A-624B-73A6-3159-3E7FB18BBC19}"/>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AE825E-8E40-E20F-8B7D-37BCC4BC95F4}"/>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Dataset Description</a:t>
            </a:r>
          </a:p>
        </p:txBody>
      </p:sp>
      <p:sp>
        <p:nvSpPr>
          <p:cNvPr id="3" name="Content Placeholder 2">
            <a:extLst>
              <a:ext uri="{FF2B5EF4-FFF2-40B4-BE49-F238E27FC236}">
                <a16:creationId xmlns:a16="http://schemas.microsoft.com/office/drawing/2014/main" id="{2CD45471-6554-28D9-0581-94714CD1C7D6}"/>
              </a:ext>
            </a:extLst>
          </p:cNvPr>
          <p:cNvSpPr>
            <a:spLocks noGrp="1"/>
          </p:cNvSpPr>
          <p:nvPr>
            <p:ph idx="1"/>
          </p:nvPr>
        </p:nvSpPr>
        <p:spPr>
          <a:xfrm>
            <a:off x="804672" y="2272143"/>
            <a:ext cx="4706803" cy="3788830"/>
          </a:xfrm>
        </p:spPr>
        <p:txBody>
          <a:bodyPr anchor="ctr">
            <a:normAutofit/>
          </a:bodyPr>
          <a:lstStyle/>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The dataset used in this study consists of routine haematological parameters commonly found in complete blood count tests. These include features such as haemoglobin (HGB), red blood cell count (RBC), mean corpuscular volume (MCV), mean corpuscular haemoglobin (MCH), and mean corpuscular haemoglobin concentration (MCHC).</a:t>
            </a:r>
          </a:p>
          <a:p>
            <a:endParaRPr lang="en-ZA" sz="150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Each record in the dataset is labelled as either healthy or as a specific type of anaemia.</a:t>
            </a:r>
            <a:b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The dataset contains multiple anaemia classes, and an important characteristic is that the classes are imbalanced, meaning some anaemia types appear far more frequently than others. This imbalance needed to be carefully considered during modelling and evaluation.</a:t>
            </a:r>
          </a:p>
          <a:p>
            <a:endParaRPr lang="en-ZA" sz="1500">
              <a:solidFill>
                <a:schemeClr val="tx2"/>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Chemical formulas are written on paper">
            <a:extLst>
              <a:ext uri="{FF2B5EF4-FFF2-40B4-BE49-F238E27FC236}">
                <a16:creationId xmlns:a16="http://schemas.microsoft.com/office/drawing/2014/main" id="{9A071D81-8559-A179-1C6F-089334CD7D99}"/>
              </a:ext>
            </a:extLst>
          </p:cNvPr>
          <p:cNvPicPr>
            <a:picLocks noChangeAspect="1"/>
          </p:cNvPicPr>
          <p:nvPr/>
        </p:nvPicPr>
        <p:blipFill>
          <a:blip r:embed="rId2"/>
          <a:srcRect l="23188" r="27855" b="1"/>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8" name="Group 17">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9" name="Freeform: Shape 18">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2" name="Freeform: Shape 21">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134704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2F2E43-0D44-9C9C-F2CC-51B2161312A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13730A-8244-897C-B01F-D23A7D2D0CB1}"/>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Data Preprocessing</a:t>
            </a:r>
          </a:p>
        </p:txBody>
      </p:sp>
      <p:sp>
        <p:nvSpPr>
          <p:cNvPr id="3" name="Content Placeholder 2">
            <a:extLst>
              <a:ext uri="{FF2B5EF4-FFF2-40B4-BE49-F238E27FC236}">
                <a16:creationId xmlns:a16="http://schemas.microsoft.com/office/drawing/2014/main" id="{7948D522-A54A-B391-2634-8B7B2CB0AE5B}"/>
              </a:ext>
            </a:extLst>
          </p:cNvPr>
          <p:cNvSpPr>
            <a:spLocks noGrp="1"/>
          </p:cNvSpPr>
          <p:nvPr>
            <p:ph idx="1"/>
          </p:nvPr>
        </p:nvSpPr>
        <p:spPr>
          <a:xfrm>
            <a:off x="804672" y="2272143"/>
            <a:ext cx="4706803" cy="3788830"/>
          </a:xfrm>
        </p:spPr>
        <p:txBody>
          <a:bodyPr anchor="ctr">
            <a:normAutofit/>
          </a:bodyPr>
          <a:lstStyle/>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Before training any models, the data was carefully cleaned and preprocessed to ensure reliable results.</a:t>
            </a:r>
            <a:b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Duplicate records were identified and removed to prevent bias and artificial performance inflation.</a:t>
            </a:r>
          </a:p>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The categorical diagnosis labels were then encoded into numerical values so they could be used by machine learning algorithms.</a:t>
            </a:r>
            <a:b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After that, the dataset was split into training and testing sets to allow for fair model evaluation.</a:t>
            </a:r>
          </a:p>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Finally, feature scaling was applied using StandardScaler, ensuring that all numerical features contributed equally to the learning process.</a:t>
            </a:r>
            <a:b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Class weighting was also used to address the class imbalance problem.</a:t>
            </a:r>
          </a:p>
          <a:p>
            <a:endParaRPr lang="en-ZA" sz="1500">
              <a:solidFill>
                <a:schemeClr val="tx2"/>
              </a:solidFill>
            </a:endParaRPr>
          </a:p>
        </p:txBody>
      </p:sp>
      <p:pic>
        <p:nvPicPr>
          <p:cNvPr id="5" name="Picture 4" descr="Digital financial graph">
            <a:extLst>
              <a:ext uri="{FF2B5EF4-FFF2-40B4-BE49-F238E27FC236}">
                <a16:creationId xmlns:a16="http://schemas.microsoft.com/office/drawing/2014/main" id="{C5EA757F-9190-54D8-08D0-769613F5BC9C}"/>
              </a:ext>
            </a:extLst>
          </p:cNvPr>
          <p:cNvPicPr>
            <a:picLocks noChangeAspect="1"/>
          </p:cNvPicPr>
          <p:nvPr/>
        </p:nvPicPr>
        <p:blipFill>
          <a:blip r:embed="rId2"/>
          <a:srcRect l="34396" r="16647" b="1"/>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8" name="Group 17">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9" name="Freeform: Shape 18">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2" name="Freeform: Shape 21">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010940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F304BC-1575-9D74-F213-D2B135E12EE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58FAA2-0336-CC1F-38D7-F15D798F7DC0}"/>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Models Used</a:t>
            </a:r>
          </a:p>
        </p:txBody>
      </p:sp>
      <p:sp>
        <p:nvSpPr>
          <p:cNvPr id="3" name="Content Placeholder 2">
            <a:extLst>
              <a:ext uri="{FF2B5EF4-FFF2-40B4-BE49-F238E27FC236}">
                <a16:creationId xmlns:a16="http://schemas.microsoft.com/office/drawing/2014/main" id="{2498B872-B504-A75B-37C3-CCEC40177B24}"/>
              </a:ext>
            </a:extLst>
          </p:cNvPr>
          <p:cNvSpPr>
            <a:spLocks noGrp="1"/>
          </p:cNvSpPr>
          <p:nvPr>
            <p:ph idx="1"/>
          </p:nvPr>
        </p:nvSpPr>
        <p:spPr>
          <a:xfrm>
            <a:off x="804672" y="2272143"/>
            <a:ext cx="4706803" cy="3788830"/>
          </a:xfrm>
        </p:spPr>
        <p:txBody>
          <a:bodyPr anchor="ctr">
            <a:normAutofit/>
          </a:bodyPr>
          <a:lstStyle/>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Several supervised machine learning models were implemented and compared in this study. These include </a:t>
            </a:r>
            <a:r>
              <a:rPr lang="en-ZA" sz="1500" b="1">
                <a:solidFill>
                  <a:schemeClr val="tx2"/>
                </a:solidFill>
                <a:latin typeface="Calibri" panose="020F0502020204030204" pitchFamily="34" charset="0"/>
                <a:ea typeface="Calibri" panose="020F0502020204030204" pitchFamily="34" charset="0"/>
                <a:cs typeface="Calibri" panose="020F0502020204030204" pitchFamily="34" charset="0"/>
              </a:rPr>
              <a:t>Logistic Regression, Support Vector Machine, Decision Tree, Random Forest, and Gradient Boosting</a:t>
            </a:r>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a:t>
            </a:r>
          </a:p>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Each model represents a different learning strategy.</a:t>
            </a:r>
          </a:p>
          <a:p>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Logistic Regression was used as a simple and interpretable baseline model.</a:t>
            </a:r>
            <a:b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SVM was selected for its ability to handle complex decision boundaries.</a:t>
            </a:r>
            <a:b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500">
                <a:solidFill>
                  <a:schemeClr val="tx2"/>
                </a:solidFill>
                <a:latin typeface="Calibri" panose="020F0502020204030204" pitchFamily="34" charset="0"/>
                <a:ea typeface="Calibri" panose="020F0502020204030204" pitchFamily="34" charset="0"/>
                <a:cs typeface="Calibri" panose="020F0502020204030204" pitchFamily="34" charset="0"/>
              </a:rPr>
              <a:t>Decision Trees were used to capture non-linear relationships, while Random Forest and Gradient Boosting were included as ensemble methods to improve accuracy and stability.</a:t>
            </a:r>
          </a:p>
          <a:p>
            <a:endParaRPr lang="en-ZA" sz="1500">
              <a:solidFill>
                <a:schemeClr val="tx2"/>
              </a:solidFill>
            </a:endParaRPr>
          </a:p>
        </p:txBody>
      </p:sp>
      <p:pic>
        <p:nvPicPr>
          <p:cNvPr id="5" name="Picture 4" descr="Top view of cubes connected with black lines">
            <a:extLst>
              <a:ext uri="{FF2B5EF4-FFF2-40B4-BE49-F238E27FC236}">
                <a16:creationId xmlns:a16="http://schemas.microsoft.com/office/drawing/2014/main" id="{07A3209F-F64B-4F4C-2E70-1A6CE5915D2E}"/>
              </a:ext>
            </a:extLst>
          </p:cNvPr>
          <p:cNvPicPr>
            <a:picLocks noChangeAspect="1"/>
          </p:cNvPicPr>
          <p:nvPr/>
        </p:nvPicPr>
        <p:blipFill>
          <a:blip r:embed="rId2"/>
          <a:srcRect l="22505" r="12218" b="-1"/>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6" name="Group 15">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7" name="Freeform: Shape 16">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0" name="Freeform: Shape 19">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975058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11D9DD-B3F1-2E09-4F7C-F548AADBC06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3540F7-454F-13D9-75DE-F60AC0833C0C}"/>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Model Tuning</a:t>
            </a:r>
          </a:p>
        </p:txBody>
      </p:sp>
      <p:sp>
        <p:nvSpPr>
          <p:cNvPr id="3" name="Content Placeholder 2">
            <a:extLst>
              <a:ext uri="{FF2B5EF4-FFF2-40B4-BE49-F238E27FC236}">
                <a16:creationId xmlns:a16="http://schemas.microsoft.com/office/drawing/2014/main" id="{1AE06599-5CAB-B6D3-0217-B9FB19610D78}"/>
              </a:ext>
            </a:extLst>
          </p:cNvPr>
          <p:cNvSpPr>
            <a:spLocks noGrp="1"/>
          </p:cNvSpPr>
          <p:nvPr>
            <p:ph idx="1"/>
          </p:nvPr>
        </p:nvSpPr>
        <p:spPr>
          <a:xfrm>
            <a:off x="804672" y="2272143"/>
            <a:ext cx="4706803" cy="3788830"/>
          </a:xfrm>
        </p:spPr>
        <p:txBody>
          <a:bodyPr anchor="ctr">
            <a:normAutofit/>
          </a:bodyPr>
          <a:lstStyle/>
          <a:p>
            <a:r>
              <a:rPr lang="en-ZA" sz="1800">
                <a:solidFill>
                  <a:schemeClr val="tx2"/>
                </a:solidFill>
                <a:latin typeface="Calibri" panose="020F0502020204030204" pitchFamily="34" charset="0"/>
                <a:ea typeface="Calibri" panose="020F0502020204030204" pitchFamily="34" charset="0"/>
                <a:cs typeface="Calibri" panose="020F0502020204030204" pitchFamily="34" charset="0"/>
              </a:rPr>
              <a:t>To improve performance, model tuning was performed using GridSearchCV with 5-fold cross-validation. This allowed us to systematically test different hyperparameter combinations and select the best-performing configuration for each model.</a:t>
            </a:r>
          </a:p>
          <a:p>
            <a:r>
              <a:rPr lang="en-ZA" sz="1800">
                <a:solidFill>
                  <a:schemeClr val="tx2"/>
                </a:solidFill>
                <a:latin typeface="Calibri" panose="020F0502020204030204" pitchFamily="34" charset="0"/>
                <a:ea typeface="Calibri" panose="020F0502020204030204" pitchFamily="34" charset="0"/>
                <a:cs typeface="Calibri" panose="020F0502020204030204" pitchFamily="34" charset="0"/>
              </a:rPr>
              <a:t>Parameters such as the regularization strength and kernel type for SVM, and depth and number of estimators for tree-based models, were tuned.</a:t>
            </a:r>
            <a:br>
              <a:rPr lang="en-ZA" sz="18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800">
                <a:solidFill>
                  <a:schemeClr val="tx2"/>
                </a:solidFill>
                <a:latin typeface="Calibri" panose="020F0502020204030204" pitchFamily="34" charset="0"/>
                <a:ea typeface="Calibri" panose="020F0502020204030204" pitchFamily="34" charset="0"/>
                <a:cs typeface="Calibri" panose="020F0502020204030204" pitchFamily="34" charset="0"/>
              </a:rPr>
              <a:t>This process significantly improved model accuracy and helped reduce overfitting, leading to better generalization on unseen data.</a:t>
            </a:r>
          </a:p>
          <a:p>
            <a:endParaRPr lang="en-ZA" sz="1800">
              <a:solidFill>
                <a:schemeClr val="tx2"/>
              </a:solidFill>
            </a:endParaRPr>
          </a:p>
        </p:txBody>
      </p:sp>
      <p:pic>
        <p:nvPicPr>
          <p:cNvPr id="5" name="Picture 4" descr="Volume sliders">
            <a:extLst>
              <a:ext uri="{FF2B5EF4-FFF2-40B4-BE49-F238E27FC236}">
                <a16:creationId xmlns:a16="http://schemas.microsoft.com/office/drawing/2014/main" id="{37C61C94-4F0A-0E9A-E01E-CEFE289E0A3A}"/>
              </a:ext>
            </a:extLst>
          </p:cNvPr>
          <p:cNvPicPr>
            <a:picLocks noChangeAspect="1"/>
          </p:cNvPicPr>
          <p:nvPr/>
        </p:nvPicPr>
        <p:blipFill>
          <a:blip r:embed="rId2"/>
          <a:srcRect l="13613" r="16759" b="1"/>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6" name="Group 15">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7" name="Freeform: Shape 16">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0" name="Freeform: Shape 19">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553908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1E82DB-12D5-C318-0AC4-E42D58EEC82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2AED7B-D3CA-168F-FC6B-1D71383EB0D3}"/>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Evaluation Metrics</a:t>
            </a:r>
          </a:p>
        </p:txBody>
      </p:sp>
      <p:sp>
        <p:nvSpPr>
          <p:cNvPr id="3" name="Content Placeholder 2">
            <a:extLst>
              <a:ext uri="{FF2B5EF4-FFF2-40B4-BE49-F238E27FC236}">
                <a16:creationId xmlns:a16="http://schemas.microsoft.com/office/drawing/2014/main" id="{D0D98734-15AC-BF35-995B-E62BDA44924E}"/>
              </a:ext>
            </a:extLst>
          </p:cNvPr>
          <p:cNvSpPr>
            <a:spLocks noGrp="1"/>
          </p:cNvSpPr>
          <p:nvPr>
            <p:ph idx="1"/>
          </p:nvPr>
        </p:nvSpPr>
        <p:spPr>
          <a:xfrm>
            <a:off x="804672" y="2272143"/>
            <a:ext cx="4706803" cy="3788830"/>
          </a:xfrm>
        </p:spPr>
        <p:txBody>
          <a:bodyPr anchor="ctr">
            <a:normAutofit/>
          </a:bodyPr>
          <a:lstStyle/>
          <a:p>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Model performance was evaluated using several standard classification metrics.</a:t>
            </a:r>
            <a:b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These include </a:t>
            </a:r>
            <a:r>
              <a:rPr lang="en-ZA" sz="1700" b="1">
                <a:solidFill>
                  <a:schemeClr val="tx2"/>
                </a:solidFill>
                <a:latin typeface="Calibri" panose="020F0502020204030204" pitchFamily="34" charset="0"/>
                <a:ea typeface="Calibri" panose="020F0502020204030204" pitchFamily="34" charset="0"/>
                <a:cs typeface="Calibri" panose="020F0502020204030204" pitchFamily="34" charset="0"/>
              </a:rPr>
              <a:t>accuracy</a:t>
            </a:r>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ZA" sz="1700" b="1">
                <a:solidFill>
                  <a:schemeClr val="tx2"/>
                </a:solidFill>
                <a:latin typeface="Calibri" panose="020F0502020204030204" pitchFamily="34" charset="0"/>
                <a:ea typeface="Calibri" panose="020F0502020204030204" pitchFamily="34" charset="0"/>
                <a:cs typeface="Calibri" panose="020F0502020204030204" pitchFamily="34" charset="0"/>
              </a:rPr>
              <a:t>precision, recall, and F1-score</a:t>
            </a:r>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 which provide insight into both overall performance and class-level behaviour.</a:t>
            </a:r>
          </a:p>
          <a:p>
            <a:pPr marL="0" indent="0">
              <a:buNone/>
            </a:pPr>
            <a:endParaRPr lang="en-ZA" sz="1700">
              <a:solidFill>
                <a:schemeClr val="tx2"/>
              </a:solidFill>
              <a:latin typeface="Calibri" panose="020F0502020204030204" pitchFamily="34" charset="0"/>
              <a:ea typeface="Calibri" panose="020F0502020204030204" pitchFamily="34" charset="0"/>
              <a:cs typeface="Calibri" panose="020F0502020204030204" pitchFamily="34" charset="0"/>
            </a:endParaRPr>
          </a:p>
          <a:p>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Confusion matrices were used to visualise correct and incorrect predictions across anaemia types.</a:t>
            </a:r>
            <a:b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br>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In addition, </a:t>
            </a:r>
            <a:r>
              <a:rPr lang="en-ZA" sz="1700" b="1">
                <a:solidFill>
                  <a:schemeClr val="tx2"/>
                </a:solidFill>
                <a:latin typeface="Calibri" panose="020F0502020204030204" pitchFamily="34" charset="0"/>
                <a:ea typeface="Calibri" panose="020F0502020204030204" pitchFamily="34" charset="0"/>
                <a:cs typeface="Calibri" panose="020F0502020204030204" pitchFamily="34" charset="0"/>
              </a:rPr>
              <a:t>ROC curves and AUC values </a:t>
            </a:r>
            <a:r>
              <a:rPr lang="en-ZA" sz="1700">
                <a:solidFill>
                  <a:schemeClr val="tx2"/>
                </a:solidFill>
                <a:latin typeface="Calibri" panose="020F0502020204030204" pitchFamily="34" charset="0"/>
                <a:ea typeface="Calibri" panose="020F0502020204030204" pitchFamily="34" charset="0"/>
                <a:cs typeface="Calibri" panose="020F0502020204030204" pitchFamily="34" charset="0"/>
              </a:rPr>
              <a:t>were used to assess how well the models separate classes, which is especially important in the presence of class imbalance.</a:t>
            </a:r>
          </a:p>
          <a:p>
            <a:endParaRPr lang="en-ZA" sz="1700">
              <a:solidFill>
                <a:schemeClr val="tx2"/>
              </a:solidFill>
            </a:endParaRPr>
          </a:p>
        </p:txBody>
      </p:sp>
      <p:pic>
        <p:nvPicPr>
          <p:cNvPr id="5" name="Picture 4" descr="A picture of an electromagnetic radiation">
            <a:extLst>
              <a:ext uri="{FF2B5EF4-FFF2-40B4-BE49-F238E27FC236}">
                <a16:creationId xmlns:a16="http://schemas.microsoft.com/office/drawing/2014/main" id="{43200DE2-294D-B2CC-C12B-4917D758F6B2}"/>
              </a:ext>
            </a:extLst>
          </p:cNvPr>
          <p:cNvPicPr>
            <a:picLocks noChangeAspect="1"/>
          </p:cNvPicPr>
          <p:nvPr/>
        </p:nvPicPr>
        <p:blipFill>
          <a:blip r:embed="rId2"/>
          <a:srcRect l="20800" r="20886" b="-1"/>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6" name="Group 15">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7" name="Freeform: Shape 16">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0" name="Freeform: Shape 19">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83614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59D0F2-74F6-9C99-1ABE-31F7DC17622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C5F80F-F3EC-905D-3E94-FA36ADDCEF68}"/>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Logistic Regression</a:t>
            </a:r>
          </a:p>
        </p:txBody>
      </p:sp>
      <p:sp>
        <p:nvSpPr>
          <p:cNvPr id="3" name="Content Placeholder 2">
            <a:extLst>
              <a:ext uri="{FF2B5EF4-FFF2-40B4-BE49-F238E27FC236}">
                <a16:creationId xmlns:a16="http://schemas.microsoft.com/office/drawing/2014/main" id="{EDDECC76-8ED9-9917-52C2-E2AC790E9528}"/>
              </a:ext>
            </a:extLst>
          </p:cNvPr>
          <p:cNvSpPr>
            <a:spLocks noGrp="1"/>
          </p:cNvSpPr>
          <p:nvPr>
            <p:ph idx="1"/>
          </p:nvPr>
        </p:nvSpPr>
        <p:spPr>
          <a:xfrm>
            <a:off x="804672" y="2272143"/>
            <a:ext cx="4706803" cy="3788830"/>
          </a:xfrm>
        </p:spPr>
        <p:txBody>
          <a:bodyPr anchor="ctr">
            <a:normAutofit/>
          </a:bodyPr>
          <a:lstStyle/>
          <a:p>
            <a:r>
              <a:rPr lang="en-ZA" sz="1800">
                <a:solidFill>
                  <a:schemeClr val="tx2"/>
                </a:solidFill>
              </a:rPr>
              <a:t>Logistic Regression achieved moderate accuracy after tuning and served as a useful baseline model.</a:t>
            </a:r>
            <a:br>
              <a:rPr lang="en-ZA" sz="1800">
                <a:solidFill>
                  <a:schemeClr val="tx2"/>
                </a:solidFill>
              </a:rPr>
            </a:br>
            <a:r>
              <a:rPr lang="en-ZA" sz="1800">
                <a:solidFill>
                  <a:schemeClr val="tx2"/>
                </a:solidFill>
              </a:rPr>
              <a:t>Its main strength lies in its simplicity and interpretability, which is valuable in medical contexts.</a:t>
            </a:r>
          </a:p>
          <a:p>
            <a:r>
              <a:rPr lang="en-ZA" sz="1800">
                <a:solidFill>
                  <a:schemeClr val="tx2"/>
                </a:solidFill>
              </a:rPr>
              <a:t>However, the model struggled to fully capture complex, non-linear patterns in the data.</a:t>
            </a:r>
            <a:br>
              <a:rPr lang="en-ZA" sz="1800">
                <a:solidFill>
                  <a:schemeClr val="tx2"/>
                </a:solidFill>
              </a:rPr>
            </a:br>
            <a:r>
              <a:rPr lang="en-ZA" sz="1800">
                <a:solidFill>
                  <a:schemeClr val="tx2"/>
                </a:solidFill>
              </a:rPr>
              <a:t>As a result, its performance was lower compared to more advanced models, particularly for minority anaemia classes.</a:t>
            </a:r>
          </a:p>
          <a:p>
            <a:endParaRPr lang="en-ZA" sz="1800">
              <a:solidFill>
                <a:schemeClr val="tx2"/>
              </a:solidFill>
            </a:endParaRPr>
          </a:p>
        </p:txBody>
      </p:sp>
      <p:pic>
        <p:nvPicPr>
          <p:cNvPr id="5" name="Picture 4" descr="Financial graphs on a dark display">
            <a:extLst>
              <a:ext uri="{FF2B5EF4-FFF2-40B4-BE49-F238E27FC236}">
                <a16:creationId xmlns:a16="http://schemas.microsoft.com/office/drawing/2014/main" id="{7CD8B4F5-D992-0441-1308-9A516BD44A3F}"/>
              </a:ext>
            </a:extLst>
          </p:cNvPr>
          <p:cNvPicPr>
            <a:picLocks noChangeAspect="1"/>
          </p:cNvPicPr>
          <p:nvPr/>
        </p:nvPicPr>
        <p:blipFill>
          <a:blip r:embed="rId2"/>
          <a:srcRect l="20284" r="25320" b="1"/>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6" name="Group 15">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7" name="Freeform: Shape 16">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0" name="Freeform: Shape 19">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831572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586B18-5F48-E381-8F8E-0FC3715E60B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913288-E79D-8320-AD84-5195EEA71567}"/>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Support Vector Machine</a:t>
            </a:r>
          </a:p>
        </p:txBody>
      </p:sp>
      <p:sp>
        <p:nvSpPr>
          <p:cNvPr id="3" name="Content Placeholder 2">
            <a:extLst>
              <a:ext uri="{FF2B5EF4-FFF2-40B4-BE49-F238E27FC236}">
                <a16:creationId xmlns:a16="http://schemas.microsoft.com/office/drawing/2014/main" id="{38076E9A-BC4C-7A7B-66C9-3933C6A17F13}"/>
              </a:ext>
            </a:extLst>
          </p:cNvPr>
          <p:cNvSpPr>
            <a:spLocks noGrp="1"/>
          </p:cNvSpPr>
          <p:nvPr>
            <p:ph idx="1"/>
          </p:nvPr>
        </p:nvSpPr>
        <p:spPr>
          <a:xfrm>
            <a:off x="804672" y="2272143"/>
            <a:ext cx="4706803" cy="3788830"/>
          </a:xfrm>
        </p:spPr>
        <p:txBody>
          <a:bodyPr anchor="ctr">
            <a:normAutofit/>
          </a:bodyPr>
          <a:lstStyle/>
          <a:p>
            <a:r>
              <a:rPr lang="en-ZA" sz="1800">
                <a:solidFill>
                  <a:schemeClr val="tx2"/>
                </a:solidFill>
              </a:rPr>
              <a:t>The tuned Support Vector Machine model performed strongly, achieving approximately </a:t>
            </a:r>
            <a:r>
              <a:rPr lang="en-ZA" sz="1800" b="1">
                <a:solidFill>
                  <a:schemeClr val="tx2"/>
                </a:solidFill>
              </a:rPr>
              <a:t>91% accuracy</a:t>
            </a:r>
            <a:r>
              <a:rPr lang="en-ZA" sz="1800">
                <a:solidFill>
                  <a:schemeClr val="tx2"/>
                </a:solidFill>
              </a:rPr>
              <a:t>.</a:t>
            </a:r>
            <a:br>
              <a:rPr lang="en-ZA" sz="1800">
                <a:solidFill>
                  <a:schemeClr val="tx2"/>
                </a:solidFill>
              </a:rPr>
            </a:br>
            <a:r>
              <a:rPr lang="en-ZA" sz="1800">
                <a:solidFill>
                  <a:schemeClr val="tx2"/>
                </a:solidFill>
              </a:rPr>
              <a:t>It demonstrated good class balance and showed improved detection of minority anaemia types compared to Logistic Regression.</a:t>
            </a:r>
          </a:p>
          <a:p>
            <a:r>
              <a:rPr lang="en-ZA" sz="1800">
                <a:solidFill>
                  <a:schemeClr val="tx2"/>
                </a:solidFill>
              </a:rPr>
              <a:t>SVM was particularly effective at forming clear decision boundaries after proper scaling and tuning.</a:t>
            </a:r>
            <a:br>
              <a:rPr lang="en-ZA" sz="1800">
                <a:solidFill>
                  <a:schemeClr val="tx2"/>
                </a:solidFill>
              </a:rPr>
            </a:br>
            <a:r>
              <a:rPr lang="en-ZA" sz="1800">
                <a:solidFill>
                  <a:schemeClr val="tx2"/>
                </a:solidFill>
              </a:rPr>
              <a:t>This made it one of the strongest individual models in the study.</a:t>
            </a:r>
          </a:p>
          <a:p>
            <a:endParaRPr lang="en-ZA" sz="1800">
              <a:solidFill>
                <a:schemeClr val="tx2"/>
              </a:solidFill>
            </a:endParaRPr>
          </a:p>
        </p:txBody>
      </p:sp>
      <p:pic>
        <p:nvPicPr>
          <p:cNvPr id="5" name="Picture 4" descr="CNC lathe processing">
            <a:extLst>
              <a:ext uri="{FF2B5EF4-FFF2-40B4-BE49-F238E27FC236}">
                <a16:creationId xmlns:a16="http://schemas.microsoft.com/office/drawing/2014/main" id="{E45649F7-4E9D-281C-8453-6ADC8F335EAE}"/>
              </a:ext>
            </a:extLst>
          </p:cNvPr>
          <p:cNvPicPr>
            <a:picLocks noChangeAspect="1"/>
          </p:cNvPicPr>
          <p:nvPr/>
        </p:nvPicPr>
        <p:blipFill>
          <a:blip r:embed="rId2"/>
          <a:srcRect l="40417" r="1486" b="-2"/>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6" name="Group 15">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7" name="Freeform: Shape 16">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0" name="Freeform: Shape 19">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645631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E30C9-6ABA-2BDB-A2BB-851EB1E05CA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2D5641-F23D-2990-55BF-F495FFDD8B0A}"/>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Decision Tree</a:t>
            </a:r>
          </a:p>
        </p:txBody>
      </p:sp>
      <p:sp>
        <p:nvSpPr>
          <p:cNvPr id="3" name="Content Placeholder 2">
            <a:extLst>
              <a:ext uri="{FF2B5EF4-FFF2-40B4-BE49-F238E27FC236}">
                <a16:creationId xmlns:a16="http://schemas.microsoft.com/office/drawing/2014/main" id="{6C89EBDB-42D0-BDEB-41D1-F7C9F562A80F}"/>
              </a:ext>
            </a:extLst>
          </p:cNvPr>
          <p:cNvSpPr>
            <a:spLocks noGrp="1"/>
          </p:cNvSpPr>
          <p:nvPr>
            <p:ph idx="1"/>
          </p:nvPr>
        </p:nvSpPr>
        <p:spPr>
          <a:xfrm>
            <a:off x="804672" y="2272143"/>
            <a:ext cx="4706803" cy="3788830"/>
          </a:xfrm>
        </p:spPr>
        <p:txBody>
          <a:bodyPr anchor="ctr">
            <a:normAutofit/>
          </a:bodyPr>
          <a:lstStyle/>
          <a:p>
            <a:r>
              <a:rPr lang="en-ZA" sz="1800">
                <a:solidFill>
                  <a:schemeClr val="tx2"/>
                </a:solidFill>
              </a:rPr>
              <a:t>The Decision Tree model achieved very high accuracy, close to </a:t>
            </a:r>
            <a:r>
              <a:rPr lang="en-ZA" sz="1800" b="1">
                <a:solidFill>
                  <a:schemeClr val="tx2"/>
                </a:solidFill>
              </a:rPr>
              <a:t>98%</a:t>
            </a:r>
            <a:r>
              <a:rPr lang="en-ZA" sz="1800">
                <a:solidFill>
                  <a:schemeClr val="tx2"/>
                </a:solidFill>
              </a:rPr>
              <a:t>.</a:t>
            </a:r>
            <a:br>
              <a:rPr lang="en-ZA" sz="1800">
                <a:solidFill>
                  <a:schemeClr val="tx2"/>
                </a:solidFill>
              </a:rPr>
            </a:br>
            <a:r>
              <a:rPr lang="en-ZA" sz="1800">
                <a:solidFill>
                  <a:schemeClr val="tx2"/>
                </a:solidFill>
              </a:rPr>
              <a:t>It was able to capture non-linear relationships in the data and produced highly interpretable decision rules.</a:t>
            </a:r>
          </a:p>
          <a:p>
            <a:r>
              <a:rPr lang="en-ZA" sz="1800">
                <a:solidFill>
                  <a:schemeClr val="tx2"/>
                </a:solidFill>
              </a:rPr>
              <a:t>However, a key limitation of Decision Trees is their tendency to overfit, especially when trained on complex datasets.</a:t>
            </a:r>
            <a:br>
              <a:rPr lang="en-ZA" sz="1800">
                <a:solidFill>
                  <a:schemeClr val="tx2"/>
                </a:solidFill>
              </a:rPr>
            </a:br>
            <a:r>
              <a:rPr lang="en-ZA" sz="1800">
                <a:solidFill>
                  <a:schemeClr val="tx2"/>
                </a:solidFill>
              </a:rPr>
              <a:t>While performance was strong, this risk needed to be considered when selecting a final model.</a:t>
            </a:r>
          </a:p>
          <a:p>
            <a:endParaRPr lang="en-ZA" sz="1800">
              <a:solidFill>
                <a:schemeClr val="tx2"/>
              </a:solidFill>
            </a:endParaRPr>
          </a:p>
        </p:txBody>
      </p:sp>
      <p:pic>
        <p:nvPicPr>
          <p:cNvPr id="5" name="Picture 4" descr="Small tree">
            <a:extLst>
              <a:ext uri="{FF2B5EF4-FFF2-40B4-BE49-F238E27FC236}">
                <a16:creationId xmlns:a16="http://schemas.microsoft.com/office/drawing/2014/main" id="{D7150BFD-F25C-4E9E-54F1-633BDF2306EB}"/>
              </a:ext>
            </a:extLst>
          </p:cNvPr>
          <p:cNvPicPr>
            <a:picLocks noChangeAspect="1"/>
          </p:cNvPicPr>
          <p:nvPr/>
        </p:nvPicPr>
        <p:blipFill>
          <a:blip r:embed="rId2"/>
          <a:srcRect l="11492" r="30411" b="-2"/>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6" name="Group 15">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7" name="Freeform: Shape 16">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0" name="Freeform: Shape 19">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053115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3E5670-8431-4717-5796-0FF4B72DE7FE}"/>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97A451-C141-6EF3-9E0F-5CE6B30CFF30}"/>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Random Forest</a:t>
            </a:r>
          </a:p>
        </p:txBody>
      </p:sp>
      <p:sp>
        <p:nvSpPr>
          <p:cNvPr id="3" name="Content Placeholder 2">
            <a:extLst>
              <a:ext uri="{FF2B5EF4-FFF2-40B4-BE49-F238E27FC236}">
                <a16:creationId xmlns:a16="http://schemas.microsoft.com/office/drawing/2014/main" id="{8DF60FE6-5290-1F55-892F-6FB78E8537E5}"/>
              </a:ext>
            </a:extLst>
          </p:cNvPr>
          <p:cNvSpPr>
            <a:spLocks noGrp="1"/>
          </p:cNvSpPr>
          <p:nvPr>
            <p:ph idx="1"/>
          </p:nvPr>
        </p:nvSpPr>
        <p:spPr>
          <a:xfrm>
            <a:off x="804672" y="2272143"/>
            <a:ext cx="4706803" cy="3788830"/>
          </a:xfrm>
        </p:spPr>
        <p:txBody>
          <a:bodyPr anchor="ctr">
            <a:normAutofit/>
          </a:bodyPr>
          <a:lstStyle/>
          <a:p>
            <a:r>
              <a:rPr lang="en-ZA" sz="1800">
                <a:solidFill>
                  <a:schemeClr val="tx2"/>
                </a:solidFill>
              </a:rPr>
              <a:t>Random Forest achieved approximately </a:t>
            </a:r>
            <a:r>
              <a:rPr lang="en-ZA" sz="1800" b="1">
                <a:solidFill>
                  <a:schemeClr val="tx2"/>
                </a:solidFill>
              </a:rPr>
              <a:t>96% accuracy</a:t>
            </a:r>
            <a:r>
              <a:rPr lang="en-ZA" sz="1800">
                <a:solidFill>
                  <a:schemeClr val="tx2"/>
                </a:solidFill>
              </a:rPr>
              <a:t> and showed excellent generalization performance.</a:t>
            </a:r>
            <a:br>
              <a:rPr lang="en-ZA" sz="1800">
                <a:solidFill>
                  <a:schemeClr val="tx2"/>
                </a:solidFill>
              </a:rPr>
            </a:br>
            <a:r>
              <a:rPr lang="en-ZA" sz="1800">
                <a:solidFill>
                  <a:schemeClr val="tx2"/>
                </a:solidFill>
              </a:rPr>
              <a:t>By combining predictions from multiple decision trees, it reduced overfitting and produced more stable results.</a:t>
            </a:r>
          </a:p>
          <a:p>
            <a:r>
              <a:rPr lang="en-ZA" sz="1800">
                <a:solidFill>
                  <a:schemeClr val="tx2"/>
                </a:solidFill>
              </a:rPr>
              <a:t>This model handled class imbalance well and performed consistently across both common and rare anaemia types, making it a very reliable option.</a:t>
            </a:r>
          </a:p>
          <a:p>
            <a:endParaRPr lang="en-ZA" sz="1800">
              <a:solidFill>
                <a:schemeClr val="tx2"/>
              </a:solidFill>
            </a:endParaRPr>
          </a:p>
        </p:txBody>
      </p:sp>
      <p:pic>
        <p:nvPicPr>
          <p:cNvPr id="5" name="Picture 4" descr="Aerial view of green treetops">
            <a:extLst>
              <a:ext uri="{FF2B5EF4-FFF2-40B4-BE49-F238E27FC236}">
                <a16:creationId xmlns:a16="http://schemas.microsoft.com/office/drawing/2014/main" id="{1DFB1D21-4BD5-6D73-C1E5-98B764A42CA6}"/>
              </a:ext>
            </a:extLst>
          </p:cNvPr>
          <p:cNvPicPr>
            <a:picLocks noChangeAspect="1"/>
          </p:cNvPicPr>
          <p:nvPr/>
        </p:nvPicPr>
        <p:blipFill>
          <a:blip r:embed="rId2"/>
          <a:srcRect l="17269" r="24634" b="-2"/>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8" name="Group 17">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9" name="Freeform: Shape 18">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2" name="Freeform: Shape 21">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511385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1BF0B4-4FD0-CE64-AAA5-4EA34907F056}"/>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3" name="Group 22">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4" name="Freeform: Shape 23">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F0AEF7F-2B88-86E8-E80C-4209139EFAC3}"/>
              </a:ext>
            </a:extLst>
          </p:cNvPr>
          <p:cNvSpPr>
            <a:spLocks noGrp="1"/>
          </p:cNvSpPr>
          <p:nvPr>
            <p:ph type="title"/>
          </p:nvPr>
        </p:nvSpPr>
        <p:spPr>
          <a:xfrm>
            <a:off x="640080" y="1243013"/>
            <a:ext cx="3855720" cy="4371974"/>
          </a:xfrm>
        </p:spPr>
        <p:txBody>
          <a:bodyPr>
            <a:normAutofit/>
          </a:bodyPr>
          <a:lstStyle/>
          <a:p>
            <a:r>
              <a:rPr lang="en-ZA" sz="3600" b="1">
                <a:solidFill>
                  <a:schemeClr val="tx2"/>
                </a:solidFill>
              </a:rPr>
              <a:t>Gradient Boosting</a:t>
            </a:r>
          </a:p>
        </p:txBody>
      </p:sp>
      <p:sp>
        <p:nvSpPr>
          <p:cNvPr id="3" name="Content Placeholder 2">
            <a:extLst>
              <a:ext uri="{FF2B5EF4-FFF2-40B4-BE49-F238E27FC236}">
                <a16:creationId xmlns:a16="http://schemas.microsoft.com/office/drawing/2014/main" id="{53A9768B-9651-AFE0-D774-EFEB6A82A6A5}"/>
              </a:ext>
            </a:extLst>
          </p:cNvPr>
          <p:cNvSpPr>
            <a:spLocks noGrp="1"/>
          </p:cNvSpPr>
          <p:nvPr>
            <p:ph idx="1"/>
          </p:nvPr>
        </p:nvSpPr>
        <p:spPr>
          <a:xfrm>
            <a:off x="6172200" y="804672"/>
            <a:ext cx="5221224" cy="5230368"/>
          </a:xfrm>
        </p:spPr>
        <p:txBody>
          <a:bodyPr anchor="ctr">
            <a:normAutofit/>
          </a:bodyPr>
          <a:lstStyle/>
          <a:p>
            <a:r>
              <a:rPr lang="en-ZA" sz="1800">
                <a:solidFill>
                  <a:schemeClr val="tx2"/>
                </a:solidFill>
              </a:rPr>
              <a:t>Gradient Boosting also delivered high accuracy and strong performance across most classes.</a:t>
            </a:r>
            <a:br>
              <a:rPr lang="en-ZA" sz="1800">
                <a:solidFill>
                  <a:schemeClr val="tx2"/>
                </a:solidFill>
              </a:rPr>
            </a:br>
            <a:r>
              <a:rPr lang="en-ZA" sz="1800">
                <a:solidFill>
                  <a:schemeClr val="tx2"/>
                </a:solidFill>
              </a:rPr>
              <a:t>It was effective at handling complex feature interactions and class imbalance.</a:t>
            </a:r>
          </a:p>
          <a:p>
            <a:r>
              <a:rPr lang="en-ZA" sz="1800">
                <a:solidFill>
                  <a:schemeClr val="tx2"/>
                </a:solidFill>
              </a:rPr>
              <a:t>However, its performance was slightly less stable compared to Random Forest, particularly across different validation folds.</a:t>
            </a:r>
          </a:p>
          <a:p>
            <a:endParaRPr lang="en-ZA" sz="1800">
              <a:solidFill>
                <a:schemeClr val="tx2"/>
              </a:solidFill>
            </a:endParaRPr>
          </a:p>
        </p:txBody>
      </p:sp>
    </p:spTree>
    <p:extLst>
      <p:ext uri="{BB962C8B-B14F-4D97-AF65-F5344CB8AC3E}">
        <p14:creationId xmlns:p14="http://schemas.microsoft.com/office/powerpoint/2010/main" val="1996677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049CC7-F0EB-6774-1F4E-CDA4F92FF76F}"/>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E851ED-E1CF-988D-DA4D-EB3545C4500F}"/>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ROC Curve Insights</a:t>
            </a:r>
          </a:p>
        </p:txBody>
      </p:sp>
      <p:sp>
        <p:nvSpPr>
          <p:cNvPr id="3" name="Content Placeholder 2">
            <a:extLst>
              <a:ext uri="{FF2B5EF4-FFF2-40B4-BE49-F238E27FC236}">
                <a16:creationId xmlns:a16="http://schemas.microsoft.com/office/drawing/2014/main" id="{4F799C09-5889-8128-CA4C-8DE8BF33EF46}"/>
              </a:ext>
            </a:extLst>
          </p:cNvPr>
          <p:cNvSpPr>
            <a:spLocks noGrp="1"/>
          </p:cNvSpPr>
          <p:nvPr>
            <p:ph idx="1"/>
          </p:nvPr>
        </p:nvSpPr>
        <p:spPr>
          <a:xfrm>
            <a:off x="804672" y="2272143"/>
            <a:ext cx="4706803" cy="3788830"/>
          </a:xfrm>
        </p:spPr>
        <p:txBody>
          <a:bodyPr anchor="ctr">
            <a:normAutofit/>
          </a:bodyPr>
          <a:lstStyle/>
          <a:p>
            <a:r>
              <a:rPr lang="en-ZA" sz="1800">
                <a:solidFill>
                  <a:schemeClr val="tx2"/>
                </a:solidFill>
              </a:rPr>
              <a:t>ROC curve analysis showed high AUC values for most models, especially the ensemble methods.</a:t>
            </a:r>
            <a:br>
              <a:rPr lang="en-ZA" sz="1800">
                <a:solidFill>
                  <a:schemeClr val="tx2"/>
                </a:solidFill>
              </a:rPr>
            </a:br>
            <a:r>
              <a:rPr lang="en-ZA" sz="1800">
                <a:solidFill>
                  <a:schemeClr val="tx2"/>
                </a:solidFill>
              </a:rPr>
              <a:t>This indicates strong class separability and reliable probability-based predictions.</a:t>
            </a:r>
          </a:p>
          <a:p>
            <a:r>
              <a:rPr lang="en-ZA" sz="1800">
                <a:solidFill>
                  <a:schemeClr val="tx2"/>
                </a:solidFill>
              </a:rPr>
              <a:t>The results confirm that tree-based ensemble models and SVM are particularly effective for distinguishing between different anaemia types.</a:t>
            </a:r>
          </a:p>
          <a:p>
            <a:endParaRPr lang="en-ZA" sz="1800">
              <a:solidFill>
                <a:schemeClr val="tx2"/>
              </a:solidFill>
            </a:endParaRPr>
          </a:p>
        </p:txBody>
      </p:sp>
      <p:pic>
        <p:nvPicPr>
          <p:cNvPr id="5" name="Picture 4" descr="A gaming object">
            <a:extLst>
              <a:ext uri="{FF2B5EF4-FFF2-40B4-BE49-F238E27FC236}">
                <a16:creationId xmlns:a16="http://schemas.microsoft.com/office/drawing/2014/main" id="{52422653-24FF-2C1F-3644-F3A40C361B2B}"/>
              </a:ext>
            </a:extLst>
          </p:cNvPr>
          <p:cNvPicPr>
            <a:picLocks noChangeAspect="1"/>
          </p:cNvPicPr>
          <p:nvPr/>
        </p:nvPicPr>
        <p:blipFill>
          <a:blip r:embed="rId2"/>
          <a:srcRect l="25588" r="16750" b="-2"/>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6" name="Group 15">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7" name="Freeform: Shape 16">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0" name="Freeform: Shape 19">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628410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148256-0DD7-F214-FE64-08822994913A}"/>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FD44BAB-2F3A-4B95-B9D3-E5B819787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395F1A-E249-847B-9CCD-8A64517C6807}"/>
              </a:ext>
            </a:extLst>
          </p:cNvPr>
          <p:cNvSpPr>
            <a:spLocks noGrp="1"/>
          </p:cNvSpPr>
          <p:nvPr>
            <p:ph type="title"/>
          </p:nvPr>
        </p:nvSpPr>
        <p:spPr>
          <a:xfrm>
            <a:off x="804672" y="798445"/>
            <a:ext cx="4803636" cy="1311664"/>
          </a:xfrm>
        </p:spPr>
        <p:txBody>
          <a:bodyPr anchor="b">
            <a:normAutofit/>
          </a:bodyPr>
          <a:lstStyle/>
          <a:p>
            <a:r>
              <a:rPr lang="en-ZA" sz="3600" b="1">
                <a:solidFill>
                  <a:schemeClr val="tx2"/>
                </a:solidFill>
              </a:rPr>
              <a:t>Overfitting Check</a:t>
            </a:r>
          </a:p>
        </p:txBody>
      </p:sp>
      <p:sp>
        <p:nvSpPr>
          <p:cNvPr id="3" name="Content Placeholder 2">
            <a:extLst>
              <a:ext uri="{FF2B5EF4-FFF2-40B4-BE49-F238E27FC236}">
                <a16:creationId xmlns:a16="http://schemas.microsoft.com/office/drawing/2014/main" id="{22C98161-590C-EDA0-95BA-599BE7A659CB}"/>
              </a:ext>
            </a:extLst>
          </p:cNvPr>
          <p:cNvSpPr>
            <a:spLocks noGrp="1"/>
          </p:cNvSpPr>
          <p:nvPr>
            <p:ph idx="1"/>
          </p:nvPr>
        </p:nvSpPr>
        <p:spPr>
          <a:xfrm>
            <a:off x="804672" y="2272143"/>
            <a:ext cx="4706803" cy="3788830"/>
          </a:xfrm>
        </p:spPr>
        <p:txBody>
          <a:bodyPr anchor="ctr">
            <a:normAutofit/>
          </a:bodyPr>
          <a:lstStyle/>
          <a:p>
            <a:r>
              <a:rPr lang="en-ZA" sz="1800">
                <a:solidFill>
                  <a:schemeClr val="tx2"/>
                </a:solidFill>
              </a:rPr>
              <a:t>To check for overfitting, cross-validation accuracy was compared with test accuracy.</a:t>
            </a:r>
            <a:br>
              <a:rPr lang="en-ZA" sz="1800">
                <a:solidFill>
                  <a:schemeClr val="tx2"/>
                </a:solidFill>
              </a:rPr>
            </a:br>
            <a:r>
              <a:rPr lang="en-ZA" sz="1800">
                <a:solidFill>
                  <a:schemeClr val="tx2"/>
                </a:solidFill>
              </a:rPr>
              <a:t>The results showed no significant performance gaps, indicating that the models generalize well to unseen data.</a:t>
            </a:r>
          </a:p>
          <a:p>
            <a:r>
              <a:rPr lang="en-ZA" sz="1800">
                <a:solidFill>
                  <a:schemeClr val="tx2"/>
                </a:solidFill>
              </a:rPr>
              <a:t>This consistency increases confidence in the reliability of the results.</a:t>
            </a:r>
          </a:p>
          <a:p>
            <a:endParaRPr lang="en-ZA" sz="1800">
              <a:solidFill>
                <a:schemeClr val="tx2"/>
              </a:solidFill>
            </a:endParaRPr>
          </a:p>
        </p:txBody>
      </p:sp>
      <p:pic>
        <p:nvPicPr>
          <p:cNvPr id="5" name="Picture 4" descr="Black pen against a sheet with shaded numbers">
            <a:extLst>
              <a:ext uri="{FF2B5EF4-FFF2-40B4-BE49-F238E27FC236}">
                <a16:creationId xmlns:a16="http://schemas.microsoft.com/office/drawing/2014/main" id="{770DC1D8-44F5-1325-04E4-F818F34E344A}"/>
              </a:ext>
            </a:extLst>
          </p:cNvPr>
          <p:cNvPicPr>
            <a:picLocks noChangeAspect="1"/>
          </p:cNvPicPr>
          <p:nvPr/>
        </p:nvPicPr>
        <p:blipFill>
          <a:blip r:embed="rId2"/>
          <a:srcRect l="17930" r="23973" b="-2"/>
          <a:stretch>
            <a:fillRect/>
          </a:stretch>
        </p:blipFill>
        <p:spPr>
          <a:xfrm>
            <a:off x="6886803" y="770037"/>
            <a:ext cx="5298683" cy="6087963"/>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p:spPr>
      </p:pic>
      <p:grpSp>
        <p:nvGrpSpPr>
          <p:cNvPr id="18" name="Group 17">
            <a:extLst>
              <a:ext uri="{FF2B5EF4-FFF2-40B4-BE49-F238E27FC236}">
                <a16:creationId xmlns:a16="http://schemas.microsoft.com/office/drawing/2014/main" id="{5C6AE2F4-5A2E-4357-A1D8-6142F9BDC8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14766" y="695399"/>
            <a:ext cx="5570720" cy="6171739"/>
            <a:chOff x="6626306" y="695399"/>
            <a:chExt cx="5570720" cy="6171739"/>
          </a:xfrm>
        </p:grpSpPr>
        <p:sp>
          <p:nvSpPr>
            <p:cNvPr id="19" name="Freeform: Shape 18">
              <a:extLst>
                <a:ext uri="{FF2B5EF4-FFF2-40B4-BE49-F238E27FC236}">
                  <a16:creationId xmlns:a16="http://schemas.microsoft.com/office/drawing/2014/main" id="{856AC7E8-A56F-4E9D-A394-C9A2F65DD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33035" y="910673"/>
              <a:ext cx="5263991" cy="5956465"/>
            </a:xfrm>
            <a:custGeom>
              <a:avLst/>
              <a:gdLst>
                <a:gd name="connsiteX0" fmla="*/ 2918460 w 2961539"/>
                <a:gd name="connsiteY0" fmla="*/ 1324969 h 3351127"/>
                <a:gd name="connsiteX1" fmla="*/ 2906649 w 2961539"/>
                <a:gd name="connsiteY1" fmla="*/ 1284393 h 3351127"/>
                <a:gd name="connsiteX2" fmla="*/ 2893314 w 2961539"/>
                <a:gd name="connsiteY2" fmla="*/ 1244388 h 3351127"/>
                <a:gd name="connsiteX3" fmla="*/ 2878741 w 2961539"/>
                <a:gd name="connsiteY3" fmla="*/ 1204859 h 3351127"/>
                <a:gd name="connsiteX4" fmla="*/ 2811209 w 2961539"/>
                <a:gd name="connsiteY4" fmla="*/ 1051316 h 3351127"/>
                <a:gd name="connsiteX5" fmla="*/ 2636711 w 2961539"/>
                <a:gd name="connsiteY5" fmla="*/ 768709 h 3351127"/>
                <a:gd name="connsiteX6" fmla="*/ 2418683 w 2961539"/>
                <a:gd name="connsiteY6" fmla="*/ 522202 h 3351127"/>
                <a:gd name="connsiteX7" fmla="*/ 2165699 w 2961539"/>
                <a:gd name="connsiteY7" fmla="*/ 314748 h 3351127"/>
                <a:gd name="connsiteX8" fmla="*/ 2027873 w 2961539"/>
                <a:gd name="connsiteY8" fmla="*/ 227213 h 3351127"/>
                <a:gd name="connsiteX9" fmla="*/ 1883474 w 2961539"/>
                <a:gd name="connsiteY9" fmla="*/ 151203 h 3351127"/>
                <a:gd name="connsiteX10" fmla="*/ 1576483 w 2961539"/>
                <a:gd name="connsiteY10" fmla="*/ 40618 h 3351127"/>
                <a:gd name="connsiteX11" fmla="*/ 1415415 w 2961539"/>
                <a:gd name="connsiteY11" fmla="*/ 10233 h 3351127"/>
                <a:gd name="connsiteX12" fmla="*/ 1251204 w 2961539"/>
                <a:gd name="connsiteY12" fmla="*/ 42 h 3351127"/>
                <a:gd name="connsiteX13" fmla="*/ 927163 w 2961539"/>
                <a:gd name="connsiteY13" fmla="*/ 29855 h 3351127"/>
                <a:gd name="connsiteX14" fmla="*/ 610362 w 2961539"/>
                <a:gd name="connsiteY14" fmla="*/ 116151 h 3351127"/>
                <a:gd name="connsiteX15" fmla="*/ 315468 w 2961539"/>
                <a:gd name="connsiteY15" fmla="*/ 267408 h 3351127"/>
                <a:gd name="connsiteX16" fmla="*/ 182975 w 2961539"/>
                <a:gd name="connsiteY16" fmla="*/ 368183 h 3351127"/>
                <a:gd name="connsiteX17" fmla="*/ 64294 w 2961539"/>
                <a:gd name="connsiteY17" fmla="*/ 484674 h 3351127"/>
                <a:gd name="connsiteX18" fmla="*/ 0 w 2961539"/>
                <a:gd name="connsiteY18" fmla="*/ 556778 h 3351127"/>
                <a:gd name="connsiteX19" fmla="*/ 0 w 2961539"/>
                <a:gd name="connsiteY19" fmla="*/ 956066 h 3351127"/>
                <a:gd name="connsiteX20" fmla="*/ 227552 w 2961539"/>
                <a:gd name="connsiteY20" fmla="*/ 636597 h 3351127"/>
                <a:gd name="connsiteX21" fmla="*/ 331756 w 2961539"/>
                <a:gd name="connsiteY21" fmla="*/ 534966 h 3351127"/>
                <a:gd name="connsiteX22" fmla="*/ 441770 w 2961539"/>
                <a:gd name="connsiteY22" fmla="*/ 439620 h 3351127"/>
                <a:gd name="connsiteX23" fmla="*/ 683419 w 2961539"/>
                <a:gd name="connsiteY23" fmla="*/ 274457 h 3351127"/>
                <a:gd name="connsiteX24" fmla="*/ 956596 w 2961539"/>
                <a:gd name="connsiteY24" fmla="*/ 161300 h 3351127"/>
                <a:gd name="connsiteX25" fmla="*/ 1251490 w 2961539"/>
                <a:gd name="connsiteY25" fmla="*/ 123009 h 3351127"/>
                <a:gd name="connsiteX26" fmla="*/ 1398175 w 2961539"/>
                <a:gd name="connsiteY26" fmla="*/ 135297 h 3351127"/>
                <a:gd name="connsiteX27" fmla="*/ 1542383 w 2961539"/>
                <a:gd name="connsiteY27" fmla="*/ 167967 h 3351127"/>
                <a:gd name="connsiteX28" fmla="*/ 1681925 w 2961539"/>
                <a:gd name="connsiteY28" fmla="*/ 218450 h 3351127"/>
                <a:gd name="connsiteX29" fmla="*/ 1715929 w 2961539"/>
                <a:gd name="connsiteY29" fmla="*/ 233595 h 3351127"/>
                <a:gd name="connsiteX30" fmla="*/ 1749552 w 2961539"/>
                <a:gd name="connsiteY30" fmla="*/ 249597 h 3351127"/>
                <a:gd name="connsiteX31" fmla="*/ 1782604 w 2961539"/>
                <a:gd name="connsiteY31" fmla="*/ 266646 h 3351127"/>
                <a:gd name="connsiteX32" fmla="*/ 1815275 w 2961539"/>
                <a:gd name="connsiteY32" fmla="*/ 284553 h 3351127"/>
                <a:gd name="connsiteX33" fmla="*/ 2059400 w 2961539"/>
                <a:gd name="connsiteY33" fmla="*/ 454765 h 3351127"/>
                <a:gd name="connsiteX34" fmla="*/ 2270284 w 2961539"/>
                <a:gd name="connsiteY34" fmla="*/ 663648 h 3351127"/>
                <a:gd name="connsiteX35" fmla="*/ 2362581 w 2961539"/>
                <a:gd name="connsiteY35" fmla="*/ 779091 h 3351127"/>
                <a:gd name="connsiteX36" fmla="*/ 2445353 w 2961539"/>
                <a:gd name="connsiteY36" fmla="*/ 900726 h 3351127"/>
                <a:gd name="connsiteX37" fmla="*/ 2581180 w 2961539"/>
                <a:gd name="connsiteY37" fmla="*/ 1158663 h 3351127"/>
                <a:gd name="connsiteX38" fmla="*/ 2673382 w 2961539"/>
                <a:gd name="connsiteY38" fmla="*/ 1430601 h 3351127"/>
                <a:gd name="connsiteX39" fmla="*/ 2707291 w 2961539"/>
                <a:gd name="connsiteY39" fmla="*/ 1569095 h 3351127"/>
                <a:gd name="connsiteX40" fmla="*/ 2728913 w 2961539"/>
                <a:gd name="connsiteY40" fmla="*/ 1710065 h 3351127"/>
                <a:gd name="connsiteX41" fmla="*/ 2738342 w 2961539"/>
                <a:gd name="connsiteY41" fmla="*/ 1853321 h 3351127"/>
                <a:gd name="connsiteX42" fmla="*/ 2733294 w 2961539"/>
                <a:gd name="connsiteY42" fmla="*/ 1998482 h 3351127"/>
                <a:gd name="connsiteX43" fmla="*/ 2704433 w 2961539"/>
                <a:gd name="connsiteY43" fmla="*/ 2140785 h 3351127"/>
                <a:gd name="connsiteX44" fmla="*/ 2645759 w 2961539"/>
                <a:gd name="connsiteY44" fmla="*/ 2264515 h 3351127"/>
                <a:gd name="connsiteX45" fmla="*/ 2552986 w 2961539"/>
                <a:gd name="connsiteY45" fmla="*/ 2354717 h 3351127"/>
                <a:gd name="connsiteX46" fmla="*/ 2492026 w 2961539"/>
                <a:gd name="connsiteY46" fmla="*/ 2389769 h 3351127"/>
                <a:gd name="connsiteX47" fmla="*/ 2423541 w 2961539"/>
                <a:gd name="connsiteY47" fmla="*/ 2423583 h 3351127"/>
                <a:gd name="connsiteX48" fmla="*/ 2278475 w 2961539"/>
                <a:gd name="connsiteY48" fmla="*/ 2502640 h 3351127"/>
                <a:gd name="connsiteX49" fmla="*/ 2143697 w 2961539"/>
                <a:gd name="connsiteY49" fmla="*/ 2606463 h 3351127"/>
                <a:gd name="connsiteX50" fmla="*/ 2113312 w 2961539"/>
                <a:gd name="connsiteY50" fmla="*/ 2635514 h 3351127"/>
                <a:gd name="connsiteX51" fmla="*/ 2084927 w 2961539"/>
                <a:gd name="connsiteY51" fmla="*/ 2664184 h 3351127"/>
                <a:gd name="connsiteX52" fmla="*/ 2030349 w 2961539"/>
                <a:gd name="connsiteY52" fmla="*/ 2722573 h 3351127"/>
                <a:gd name="connsiteX53" fmla="*/ 1929098 w 2961539"/>
                <a:gd name="connsiteY53" fmla="*/ 2842683 h 3351127"/>
                <a:gd name="connsiteX54" fmla="*/ 1880045 w 2961539"/>
                <a:gd name="connsiteY54" fmla="*/ 2902309 h 3351127"/>
                <a:gd name="connsiteX55" fmla="*/ 1831086 w 2961539"/>
                <a:gd name="connsiteY55" fmla="*/ 2960888 h 3351127"/>
                <a:gd name="connsiteX56" fmla="*/ 1730121 w 2961539"/>
                <a:gd name="connsiteY56" fmla="*/ 3071854 h 3351127"/>
                <a:gd name="connsiteX57" fmla="*/ 1620488 w 2961539"/>
                <a:gd name="connsiteY57" fmla="*/ 3169200 h 3351127"/>
                <a:gd name="connsiteX58" fmla="*/ 1497616 w 2961539"/>
                <a:gd name="connsiteY58" fmla="*/ 3244447 h 3351127"/>
                <a:gd name="connsiteX59" fmla="*/ 1361313 w 2961539"/>
                <a:gd name="connsiteY59" fmla="*/ 3288739 h 3351127"/>
                <a:gd name="connsiteX60" fmla="*/ 1289590 w 2961539"/>
                <a:gd name="connsiteY60" fmla="*/ 3297978 h 3351127"/>
                <a:gd name="connsiteX61" fmla="*/ 1253204 w 2961539"/>
                <a:gd name="connsiteY61" fmla="*/ 3299407 h 3351127"/>
                <a:gd name="connsiteX62" fmla="*/ 1215676 w 2961539"/>
                <a:gd name="connsiteY62" fmla="*/ 3299216 h 3351127"/>
                <a:gd name="connsiteX63" fmla="*/ 918972 w 2961539"/>
                <a:gd name="connsiteY63" fmla="*/ 3254639 h 3351127"/>
                <a:gd name="connsiteX64" fmla="*/ 642557 w 2961539"/>
                <a:gd name="connsiteY64" fmla="*/ 3139672 h 3351127"/>
                <a:gd name="connsiteX65" fmla="*/ 515112 w 2961539"/>
                <a:gd name="connsiteY65" fmla="*/ 3061853 h 3351127"/>
                <a:gd name="connsiteX66" fmla="*/ 484442 w 2961539"/>
                <a:gd name="connsiteY66" fmla="*/ 3040612 h 3351127"/>
                <a:gd name="connsiteX67" fmla="*/ 454343 w 2961539"/>
                <a:gd name="connsiteY67" fmla="*/ 3018610 h 3351127"/>
                <a:gd name="connsiteX68" fmla="*/ 424625 w 2961539"/>
                <a:gd name="connsiteY68" fmla="*/ 2996131 h 3351127"/>
                <a:gd name="connsiteX69" fmla="*/ 395478 w 2961539"/>
                <a:gd name="connsiteY69" fmla="*/ 2973080 h 3351127"/>
                <a:gd name="connsiteX70" fmla="*/ 181547 w 2961539"/>
                <a:gd name="connsiteY70" fmla="*/ 2767626 h 3351127"/>
                <a:gd name="connsiteX71" fmla="*/ 134112 w 2961539"/>
                <a:gd name="connsiteY71" fmla="*/ 2710761 h 3351127"/>
                <a:gd name="connsiteX72" fmla="*/ 89821 w 2961539"/>
                <a:gd name="connsiteY72" fmla="*/ 2652087 h 3351127"/>
                <a:gd name="connsiteX73" fmla="*/ 10096 w 2961539"/>
                <a:gd name="connsiteY73" fmla="*/ 2529025 h 3351127"/>
                <a:gd name="connsiteX74" fmla="*/ 191 w 2961539"/>
                <a:gd name="connsiteY74" fmla="*/ 2511499 h 3351127"/>
                <a:gd name="connsiteX75" fmla="*/ 191 w 2961539"/>
                <a:gd name="connsiteY75" fmla="*/ 2835063 h 3351127"/>
                <a:gd name="connsiteX76" fmla="*/ 50959 w 2961539"/>
                <a:gd name="connsiteY76" fmla="*/ 2888879 h 3351127"/>
                <a:gd name="connsiteX77" fmla="*/ 300038 w 2961539"/>
                <a:gd name="connsiteY77" fmla="*/ 3100525 h 3351127"/>
                <a:gd name="connsiteX78" fmla="*/ 438150 w 2961539"/>
                <a:gd name="connsiteY78" fmla="*/ 3186916 h 3351127"/>
                <a:gd name="connsiteX79" fmla="*/ 584264 w 2961539"/>
                <a:gd name="connsiteY79" fmla="*/ 3258830 h 3351127"/>
                <a:gd name="connsiteX80" fmla="*/ 862965 w 2961539"/>
                <a:gd name="connsiteY80" fmla="*/ 3351127 h 3351127"/>
                <a:gd name="connsiteX81" fmla="*/ 1534478 w 2961539"/>
                <a:gd name="connsiteY81" fmla="*/ 3351127 h 3351127"/>
                <a:gd name="connsiteX82" fmla="*/ 1540955 w 2961539"/>
                <a:gd name="connsiteY82" fmla="*/ 3348841 h 3351127"/>
                <a:gd name="connsiteX83" fmla="*/ 1691831 w 2961539"/>
                <a:gd name="connsiteY83" fmla="*/ 3275403 h 3351127"/>
                <a:gd name="connsiteX84" fmla="*/ 1827086 w 2961539"/>
                <a:gd name="connsiteY84" fmla="*/ 3179963 h 3351127"/>
                <a:gd name="connsiteX85" fmla="*/ 1948625 w 2961539"/>
                <a:gd name="connsiteY85" fmla="*/ 3072426 h 3351127"/>
                <a:gd name="connsiteX86" fmla="*/ 2005584 w 2961539"/>
                <a:gd name="connsiteY86" fmla="*/ 3016514 h 3351127"/>
                <a:gd name="connsiteX87" fmla="*/ 2060639 w 2961539"/>
                <a:gd name="connsiteY87" fmla="*/ 2959935 h 3351127"/>
                <a:gd name="connsiteX88" fmla="*/ 2167223 w 2961539"/>
                <a:gd name="connsiteY88" fmla="*/ 2847350 h 3351127"/>
                <a:gd name="connsiteX89" fmla="*/ 2218754 w 2961539"/>
                <a:gd name="connsiteY89" fmla="*/ 2791438 h 3351127"/>
                <a:gd name="connsiteX90" fmla="*/ 2244471 w 2961539"/>
                <a:gd name="connsiteY90" fmla="*/ 2763911 h 3351127"/>
                <a:gd name="connsiteX91" fmla="*/ 2269427 w 2961539"/>
                <a:gd name="connsiteY91" fmla="*/ 2738098 h 3351127"/>
                <a:gd name="connsiteX92" fmla="*/ 2321243 w 2961539"/>
                <a:gd name="connsiteY92" fmla="*/ 2689807 h 3351127"/>
                <a:gd name="connsiteX93" fmla="*/ 2376297 w 2961539"/>
                <a:gd name="connsiteY93" fmla="*/ 2645230 h 3351127"/>
                <a:gd name="connsiteX94" fmla="*/ 2499265 w 2961539"/>
                <a:gd name="connsiteY94" fmla="*/ 2564934 h 3351127"/>
                <a:gd name="connsiteX95" fmla="*/ 2639187 w 2961539"/>
                <a:gd name="connsiteY95" fmla="*/ 2476732 h 3351127"/>
                <a:gd name="connsiteX96" fmla="*/ 2674239 w 2961539"/>
                <a:gd name="connsiteY96" fmla="*/ 2448729 h 3351127"/>
                <a:gd name="connsiteX97" fmla="*/ 2707481 w 2961539"/>
                <a:gd name="connsiteY97" fmla="*/ 2417487 h 3351127"/>
                <a:gd name="connsiteX98" fmla="*/ 2765298 w 2961539"/>
                <a:gd name="connsiteY98" fmla="*/ 2347097 h 3351127"/>
                <a:gd name="connsiteX99" fmla="*/ 2810447 w 2961539"/>
                <a:gd name="connsiteY99" fmla="*/ 2270802 h 3351127"/>
                <a:gd name="connsiteX100" fmla="*/ 2845499 w 2961539"/>
                <a:gd name="connsiteY100" fmla="*/ 2192411 h 3351127"/>
                <a:gd name="connsiteX101" fmla="*/ 2901315 w 2961539"/>
                <a:gd name="connsiteY101" fmla="*/ 2034772 h 3351127"/>
                <a:gd name="connsiteX102" fmla="*/ 2943130 w 2961539"/>
                <a:gd name="connsiteY102" fmla="*/ 1871704 h 3351127"/>
                <a:gd name="connsiteX103" fmla="*/ 2961037 w 2961539"/>
                <a:gd name="connsiteY103" fmla="*/ 1703302 h 3351127"/>
                <a:gd name="connsiteX104" fmla="*/ 2928842 w 2961539"/>
                <a:gd name="connsiteY104" fmla="*/ 1366308 h 3351127"/>
                <a:gd name="connsiteX105" fmla="*/ 2918460 w 2961539"/>
                <a:gd name="connsiteY105" fmla="*/ 1324969 h 335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2961539" h="3351127">
                  <a:moveTo>
                    <a:pt x="2918460" y="1324969"/>
                  </a:moveTo>
                  <a:lnTo>
                    <a:pt x="2906649" y="1284393"/>
                  </a:lnTo>
                  <a:lnTo>
                    <a:pt x="2893314" y="1244388"/>
                  </a:lnTo>
                  <a:cubicBezTo>
                    <a:pt x="2888837" y="1231053"/>
                    <a:pt x="2883694" y="1218004"/>
                    <a:pt x="2878741" y="1204859"/>
                  </a:cubicBezTo>
                  <a:cubicBezTo>
                    <a:pt x="2858453" y="1152567"/>
                    <a:pt x="2836069" y="1101227"/>
                    <a:pt x="2811209" y="1051316"/>
                  </a:cubicBezTo>
                  <a:cubicBezTo>
                    <a:pt x="2761107" y="951684"/>
                    <a:pt x="2702814" y="857006"/>
                    <a:pt x="2636711" y="768709"/>
                  </a:cubicBezTo>
                  <a:cubicBezTo>
                    <a:pt x="2570798" y="680412"/>
                    <a:pt x="2497455" y="598212"/>
                    <a:pt x="2418683" y="522202"/>
                  </a:cubicBezTo>
                  <a:cubicBezTo>
                    <a:pt x="2339912" y="446193"/>
                    <a:pt x="2254949" y="377232"/>
                    <a:pt x="2165699" y="314748"/>
                  </a:cubicBezTo>
                  <a:cubicBezTo>
                    <a:pt x="2121122" y="283506"/>
                    <a:pt x="2075021" y="254359"/>
                    <a:pt x="2027873" y="227213"/>
                  </a:cubicBezTo>
                  <a:cubicBezTo>
                    <a:pt x="1980914" y="199781"/>
                    <a:pt x="1932623" y="174635"/>
                    <a:pt x="1883474" y="151203"/>
                  </a:cubicBezTo>
                  <a:cubicBezTo>
                    <a:pt x="1785176" y="104721"/>
                    <a:pt x="1682496" y="67002"/>
                    <a:pt x="1576483" y="40618"/>
                  </a:cubicBezTo>
                  <a:cubicBezTo>
                    <a:pt x="1523524" y="27474"/>
                    <a:pt x="1469803" y="16901"/>
                    <a:pt x="1415415" y="10233"/>
                  </a:cubicBezTo>
                  <a:cubicBezTo>
                    <a:pt x="1361123" y="3185"/>
                    <a:pt x="1306163" y="-435"/>
                    <a:pt x="1251204" y="42"/>
                  </a:cubicBezTo>
                  <a:cubicBezTo>
                    <a:pt x="1142714" y="804"/>
                    <a:pt x="1034415" y="10805"/>
                    <a:pt x="927163" y="29855"/>
                  </a:cubicBezTo>
                  <a:cubicBezTo>
                    <a:pt x="820007" y="49095"/>
                    <a:pt x="713423" y="76813"/>
                    <a:pt x="610362" y="116151"/>
                  </a:cubicBezTo>
                  <a:cubicBezTo>
                    <a:pt x="507301" y="155394"/>
                    <a:pt x="407861" y="205782"/>
                    <a:pt x="315468" y="267408"/>
                  </a:cubicBezTo>
                  <a:cubicBezTo>
                    <a:pt x="269367" y="298269"/>
                    <a:pt x="224504" y="331226"/>
                    <a:pt x="182975" y="368183"/>
                  </a:cubicBezTo>
                  <a:cubicBezTo>
                    <a:pt x="141542" y="405140"/>
                    <a:pt x="102489" y="444573"/>
                    <a:pt x="64294" y="484674"/>
                  </a:cubicBezTo>
                  <a:cubicBezTo>
                    <a:pt x="42291" y="508105"/>
                    <a:pt x="20860" y="532203"/>
                    <a:pt x="0" y="556778"/>
                  </a:cubicBezTo>
                  <a:lnTo>
                    <a:pt x="0" y="956066"/>
                  </a:lnTo>
                  <a:cubicBezTo>
                    <a:pt x="62579" y="840909"/>
                    <a:pt x="138970" y="733276"/>
                    <a:pt x="227552" y="636597"/>
                  </a:cubicBezTo>
                  <a:cubicBezTo>
                    <a:pt x="260223" y="600593"/>
                    <a:pt x="295466" y="567160"/>
                    <a:pt x="331756" y="534966"/>
                  </a:cubicBezTo>
                  <a:cubicBezTo>
                    <a:pt x="367951" y="502771"/>
                    <a:pt x="403955" y="470196"/>
                    <a:pt x="441770" y="439620"/>
                  </a:cubicBezTo>
                  <a:cubicBezTo>
                    <a:pt x="517208" y="378375"/>
                    <a:pt x="597503" y="322177"/>
                    <a:pt x="683419" y="274457"/>
                  </a:cubicBezTo>
                  <a:cubicBezTo>
                    <a:pt x="769239" y="226832"/>
                    <a:pt x="860679" y="187208"/>
                    <a:pt x="956596" y="161300"/>
                  </a:cubicBezTo>
                  <a:cubicBezTo>
                    <a:pt x="1052322" y="135201"/>
                    <a:pt x="1151954" y="122247"/>
                    <a:pt x="1251490" y="123009"/>
                  </a:cubicBezTo>
                  <a:cubicBezTo>
                    <a:pt x="1300448" y="123581"/>
                    <a:pt x="1349502" y="127772"/>
                    <a:pt x="1398175" y="135297"/>
                  </a:cubicBezTo>
                  <a:cubicBezTo>
                    <a:pt x="1446752" y="143107"/>
                    <a:pt x="1495044" y="153870"/>
                    <a:pt x="1542383" y="167967"/>
                  </a:cubicBezTo>
                  <a:cubicBezTo>
                    <a:pt x="1589723" y="182160"/>
                    <a:pt x="1636490" y="198733"/>
                    <a:pt x="1681925" y="218450"/>
                  </a:cubicBezTo>
                  <a:cubicBezTo>
                    <a:pt x="1693259" y="223498"/>
                    <a:pt x="1704689" y="228261"/>
                    <a:pt x="1715929" y="233595"/>
                  </a:cubicBezTo>
                  <a:lnTo>
                    <a:pt x="1749552" y="249597"/>
                  </a:lnTo>
                  <a:lnTo>
                    <a:pt x="1782604" y="266646"/>
                  </a:lnTo>
                  <a:cubicBezTo>
                    <a:pt x="1793558" y="272457"/>
                    <a:pt x="1804416" y="278553"/>
                    <a:pt x="1815275" y="284553"/>
                  </a:cubicBezTo>
                  <a:cubicBezTo>
                    <a:pt x="1901762" y="333321"/>
                    <a:pt x="1983486" y="390662"/>
                    <a:pt x="2059400" y="454765"/>
                  </a:cubicBezTo>
                  <a:cubicBezTo>
                    <a:pt x="2135410" y="518583"/>
                    <a:pt x="2205990" y="588687"/>
                    <a:pt x="2270284" y="663648"/>
                  </a:cubicBezTo>
                  <a:cubicBezTo>
                    <a:pt x="2302574" y="701082"/>
                    <a:pt x="2333530" y="739372"/>
                    <a:pt x="2362581" y="779091"/>
                  </a:cubicBezTo>
                  <a:cubicBezTo>
                    <a:pt x="2391632" y="818811"/>
                    <a:pt x="2419255" y="859387"/>
                    <a:pt x="2445353" y="900726"/>
                  </a:cubicBezTo>
                  <a:cubicBezTo>
                    <a:pt x="2497455" y="983593"/>
                    <a:pt x="2542889" y="1069890"/>
                    <a:pt x="2581180" y="1158663"/>
                  </a:cubicBezTo>
                  <a:cubicBezTo>
                    <a:pt x="2619470" y="1247436"/>
                    <a:pt x="2648617" y="1338876"/>
                    <a:pt x="2673382" y="1430601"/>
                  </a:cubicBezTo>
                  <a:cubicBezTo>
                    <a:pt x="2685764" y="1476512"/>
                    <a:pt x="2697480" y="1522518"/>
                    <a:pt x="2707291" y="1569095"/>
                  </a:cubicBezTo>
                  <a:cubicBezTo>
                    <a:pt x="2717197" y="1615672"/>
                    <a:pt x="2724245" y="1662726"/>
                    <a:pt x="2728913" y="1710065"/>
                  </a:cubicBezTo>
                  <a:cubicBezTo>
                    <a:pt x="2733485" y="1757404"/>
                    <a:pt x="2736818" y="1805124"/>
                    <a:pt x="2738342" y="1853321"/>
                  </a:cubicBezTo>
                  <a:cubicBezTo>
                    <a:pt x="2739390" y="1901422"/>
                    <a:pt x="2738247" y="1950000"/>
                    <a:pt x="2733294" y="1998482"/>
                  </a:cubicBezTo>
                  <a:cubicBezTo>
                    <a:pt x="2728151" y="2046774"/>
                    <a:pt x="2718911" y="2095542"/>
                    <a:pt x="2704433" y="2140785"/>
                  </a:cubicBezTo>
                  <a:cubicBezTo>
                    <a:pt x="2689860" y="2186029"/>
                    <a:pt x="2670429" y="2228320"/>
                    <a:pt x="2645759" y="2264515"/>
                  </a:cubicBezTo>
                  <a:cubicBezTo>
                    <a:pt x="2620899" y="2300710"/>
                    <a:pt x="2590514" y="2330047"/>
                    <a:pt x="2552986" y="2354717"/>
                  </a:cubicBezTo>
                  <a:cubicBezTo>
                    <a:pt x="2534317" y="2367195"/>
                    <a:pt x="2513838" y="2378530"/>
                    <a:pt x="2492026" y="2389769"/>
                  </a:cubicBezTo>
                  <a:cubicBezTo>
                    <a:pt x="2470309" y="2401009"/>
                    <a:pt x="2447258" y="2412058"/>
                    <a:pt x="2423541" y="2423583"/>
                  </a:cubicBezTo>
                  <a:cubicBezTo>
                    <a:pt x="2376107" y="2446633"/>
                    <a:pt x="2326100" y="2472065"/>
                    <a:pt x="2278475" y="2502640"/>
                  </a:cubicBezTo>
                  <a:cubicBezTo>
                    <a:pt x="2230850" y="2533120"/>
                    <a:pt x="2185130" y="2567982"/>
                    <a:pt x="2143697" y="2606463"/>
                  </a:cubicBezTo>
                  <a:cubicBezTo>
                    <a:pt x="2133410" y="2615988"/>
                    <a:pt x="2122837" y="2625989"/>
                    <a:pt x="2113312" y="2635514"/>
                  </a:cubicBezTo>
                  <a:lnTo>
                    <a:pt x="2084927" y="2664184"/>
                  </a:lnTo>
                  <a:cubicBezTo>
                    <a:pt x="2066258" y="2683425"/>
                    <a:pt x="2048066" y="2702951"/>
                    <a:pt x="2030349" y="2722573"/>
                  </a:cubicBezTo>
                  <a:cubicBezTo>
                    <a:pt x="1995011" y="2762101"/>
                    <a:pt x="1962055" y="2802773"/>
                    <a:pt x="1929098" y="2842683"/>
                  </a:cubicBezTo>
                  <a:lnTo>
                    <a:pt x="1880045" y="2902309"/>
                  </a:lnTo>
                  <a:cubicBezTo>
                    <a:pt x="1863757" y="2922026"/>
                    <a:pt x="1847564" y="2941648"/>
                    <a:pt x="1831086" y="2960888"/>
                  </a:cubicBezTo>
                  <a:cubicBezTo>
                    <a:pt x="1798130" y="2999178"/>
                    <a:pt x="1764983" y="3036707"/>
                    <a:pt x="1730121" y="3071854"/>
                  </a:cubicBezTo>
                  <a:cubicBezTo>
                    <a:pt x="1695355" y="3107001"/>
                    <a:pt x="1659160" y="3140053"/>
                    <a:pt x="1620488" y="3169200"/>
                  </a:cubicBezTo>
                  <a:cubicBezTo>
                    <a:pt x="1581912" y="3198442"/>
                    <a:pt x="1541145" y="3224254"/>
                    <a:pt x="1497616" y="3244447"/>
                  </a:cubicBezTo>
                  <a:cubicBezTo>
                    <a:pt x="1454277" y="3264735"/>
                    <a:pt x="1408462" y="3279690"/>
                    <a:pt x="1361313" y="3288739"/>
                  </a:cubicBezTo>
                  <a:cubicBezTo>
                    <a:pt x="1337691" y="3293406"/>
                    <a:pt x="1313688" y="3296168"/>
                    <a:pt x="1289590" y="3297978"/>
                  </a:cubicBezTo>
                  <a:cubicBezTo>
                    <a:pt x="1277493" y="3298740"/>
                    <a:pt x="1265396" y="3299216"/>
                    <a:pt x="1253204" y="3299407"/>
                  </a:cubicBezTo>
                  <a:lnTo>
                    <a:pt x="1215676" y="3299216"/>
                  </a:lnTo>
                  <a:cubicBezTo>
                    <a:pt x="1115378" y="3296930"/>
                    <a:pt x="1015365" y="3281785"/>
                    <a:pt x="918972" y="3254639"/>
                  </a:cubicBezTo>
                  <a:cubicBezTo>
                    <a:pt x="822484" y="3227302"/>
                    <a:pt x="729996" y="3187583"/>
                    <a:pt x="642557" y="3139672"/>
                  </a:cubicBezTo>
                  <a:cubicBezTo>
                    <a:pt x="598837" y="3115765"/>
                    <a:pt x="556451" y="3089571"/>
                    <a:pt x="515112" y="3061853"/>
                  </a:cubicBezTo>
                  <a:lnTo>
                    <a:pt x="484442" y="3040612"/>
                  </a:lnTo>
                  <a:lnTo>
                    <a:pt x="454343" y="3018610"/>
                  </a:lnTo>
                  <a:lnTo>
                    <a:pt x="424625" y="2996131"/>
                  </a:lnTo>
                  <a:cubicBezTo>
                    <a:pt x="414719" y="2988606"/>
                    <a:pt x="405194" y="2980605"/>
                    <a:pt x="395478" y="2973080"/>
                  </a:cubicBezTo>
                  <a:cubicBezTo>
                    <a:pt x="318230" y="2910882"/>
                    <a:pt x="246507" y="2842111"/>
                    <a:pt x="181547" y="2767626"/>
                  </a:cubicBezTo>
                  <a:cubicBezTo>
                    <a:pt x="165259" y="2749052"/>
                    <a:pt x="149543" y="2730002"/>
                    <a:pt x="134112" y="2710761"/>
                  </a:cubicBezTo>
                  <a:cubicBezTo>
                    <a:pt x="118967" y="2691521"/>
                    <a:pt x="104013" y="2672090"/>
                    <a:pt x="89821" y="2652087"/>
                  </a:cubicBezTo>
                  <a:cubicBezTo>
                    <a:pt x="61246" y="2612273"/>
                    <a:pt x="34766" y="2571220"/>
                    <a:pt x="10096" y="2529025"/>
                  </a:cubicBezTo>
                  <a:cubicBezTo>
                    <a:pt x="6668" y="2523214"/>
                    <a:pt x="3429" y="2517309"/>
                    <a:pt x="191" y="2511499"/>
                  </a:cubicBezTo>
                  <a:lnTo>
                    <a:pt x="191" y="2835063"/>
                  </a:lnTo>
                  <a:cubicBezTo>
                    <a:pt x="16764" y="2853351"/>
                    <a:pt x="33719" y="2871353"/>
                    <a:pt x="50959" y="2888879"/>
                  </a:cubicBezTo>
                  <a:cubicBezTo>
                    <a:pt x="127635" y="2966698"/>
                    <a:pt x="210788" y="3037945"/>
                    <a:pt x="300038" y="3100525"/>
                  </a:cubicBezTo>
                  <a:cubicBezTo>
                    <a:pt x="344424" y="3131671"/>
                    <a:pt x="390525" y="3160627"/>
                    <a:pt x="438150" y="3186916"/>
                  </a:cubicBezTo>
                  <a:cubicBezTo>
                    <a:pt x="485585" y="3213491"/>
                    <a:pt x="534543" y="3237303"/>
                    <a:pt x="584264" y="3258830"/>
                  </a:cubicBezTo>
                  <a:cubicBezTo>
                    <a:pt x="674561" y="3297597"/>
                    <a:pt x="767906" y="3328362"/>
                    <a:pt x="862965" y="3351127"/>
                  </a:cubicBezTo>
                  <a:lnTo>
                    <a:pt x="1534478" y="3351127"/>
                  </a:lnTo>
                  <a:cubicBezTo>
                    <a:pt x="1536668" y="3350365"/>
                    <a:pt x="1538764" y="3349603"/>
                    <a:pt x="1540955" y="3348841"/>
                  </a:cubicBezTo>
                  <a:cubicBezTo>
                    <a:pt x="1593628" y="3329220"/>
                    <a:pt x="1644110" y="3304169"/>
                    <a:pt x="1691831" y="3275403"/>
                  </a:cubicBezTo>
                  <a:cubicBezTo>
                    <a:pt x="1739551" y="3246543"/>
                    <a:pt x="1784509" y="3214253"/>
                    <a:pt x="1827086" y="3179963"/>
                  </a:cubicBezTo>
                  <a:cubicBezTo>
                    <a:pt x="1869662" y="3145578"/>
                    <a:pt x="1910143" y="3109573"/>
                    <a:pt x="1948625" y="3072426"/>
                  </a:cubicBezTo>
                  <a:cubicBezTo>
                    <a:pt x="1967960" y="3053852"/>
                    <a:pt x="1986915" y="3035278"/>
                    <a:pt x="2005584" y="3016514"/>
                  </a:cubicBezTo>
                  <a:cubicBezTo>
                    <a:pt x="2024158" y="2997655"/>
                    <a:pt x="2042541" y="2978890"/>
                    <a:pt x="2060639" y="2959935"/>
                  </a:cubicBezTo>
                  <a:cubicBezTo>
                    <a:pt x="2096834" y="2922121"/>
                    <a:pt x="2132552" y="2884783"/>
                    <a:pt x="2167223" y="2847350"/>
                  </a:cubicBezTo>
                  <a:lnTo>
                    <a:pt x="2218754" y="2791438"/>
                  </a:lnTo>
                  <a:lnTo>
                    <a:pt x="2244471" y="2763911"/>
                  </a:lnTo>
                  <a:cubicBezTo>
                    <a:pt x="2253044" y="2754862"/>
                    <a:pt x="2260949" y="2746576"/>
                    <a:pt x="2269427" y="2738098"/>
                  </a:cubicBezTo>
                  <a:cubicBezTo>
                    <a:pt x="2286191" y="2721430"/>
                    <a:pt x="2303336" y="2705142"/>
                    <a:pt x="2321243" y="2689807"/>
                  </a:cubicBezTo>
                  <a:cubicBezTo>
                    <a:pt x="2338959" y="2674281"/>
                    <a:pt x="2357247" y="2659326"/>
                    <a:pt x="2376297" y="2645230"/>
                  </a:cubicBezTo>
                  <a:cubicBezTo>
                    <a:pt x="2414302" y="2616750"/>
                    <a:pt x="2454974" y="2590937"/>
                    <a:pt x="2499265" y="2564934"/>
                  </a:cubicBezTo>
                  <a:cubicBezTo>
                    <a:pt x="2543270" y="2538645"/>
                    <a:pt x="2591562" y="2512165"/>
                    <a:pt x="2639187" y="2476732"/>
                  </a:cubicBezTo>
                  <a:cubicBezTo>
                    <a:pt x="2650998" y="2467874"/>
                    <a:pt x="2662809" y="2458635"/>
                    <a:pt x="2674239" y="2448729"/>
                  </a:cubicBezTo>
                  <a:cubicBezTo>
                    <a:pt x="2685669" y="2438823"/>
                    <a:pt x="2696718" y="2428345"/>
                    <a:pt x="2707481" y="2417487"/>
                  </a:cubicBezTo>
                  <a:cubicBezTo>
                    <a:pt x="2728817" y="2395675"/>
                    <a:pt x="2748248" y="2371862"/>
                    <a:pt x="2765298" y="2347097"/>
                  </a:cubicBezTo>
                  <a:cubicBezTo>
                    <a:pt x="2782538" y="2322427"/>
                    <a:pt x="2797112" y="2296614"/>
                    <a:pt x="2810447" y="2270802"/>
                  </a:cubicBezTo>
                  <a:cubicBezTo>
                    <a:pt x="2823496" y="2244799"/>
                    <a:pt x="2834926" y="2218605"/>
                    <a:pt x="2845499" y="2192411"/>
                  </a:cubicBezTo>
                  <a:cubicBezTo>
                    <a:pt x="2866739" y="2139928"/>
                    <a:pt x="2884551" y="2088017"/>
                    <a:pt x="2901315" y="2034772"/>
                  </a:cubicBezTo>
                  <a:cubicBezTo>
                    <a:pt x="2918079" y="1981528"/>
                    <a:pt x="2932653" y="1927140"/>
                    <a:pt x="2943130" y="1871704"/>
                  </a:cubicBezTo>
                  <a:cubicBezTo>
                    <a:pt x="2953607" y="1816269"/>
                    <a:pt x="2959608" y="1759785"/>
                    <a:pt x="2961037" y="1703302"/>
                  </a:cubicBezTo>
                  <a:cubicBezTo>
                    <a:pt x="2963895" y="1590241"/>
                    <a:pt x="2954750" y="1476226"/>
                    <a:pt x="2928842" y="1366308"/>
                  </a:cubicBezTo>
                  <a:cubicBezTo>
                    <a:pt x="2925413" y="1352306"/>
                    <a:pt x="2922270" y="1338590"/>
                    <a:pt x="2918460" y="1324969"/>
                  </a:cubicBezTo>
                  <a:close/>
                </a:path>
              </a:pathLst>
            </a:custGeom>
            <a:solidFill>
              <a:schemeClr val="bg1">
                <a:alpha val="3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A0D558E-7A90-4D66-BE03-397AEF32F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315" y="863680"/>
              <a:ext cx="5283711" cy="6003457"/>
            </a:xfrm>
            <a:custGeom>
              <a:avLst/>
              <a:gdLst>
                <a:gd name="connsiteX0" fmla="*/ 1247966 w 2972634"/>
                <a:gd name="connsiteY0" fmla="*/ 0 h 3377565"/>
                <a:gd name="connsiteX1" fmla="*/ 0 w 2972634"/>
                <a:gd name="connsiteY1" fmla="*/ 557308 h 3377565"/>
                <a:gd name="connsiteX2" fmla="*/ 0 w 2972634"/>
                <a:gd name="connsiteY2" fmla="*/ 1091660 h 3377565"/>
                <a:gd name="connsiteX3" fmla="*/ 264414 w 2972634"/>
                <a:gd name="connsiteY3" fmla="*/ 717423 h 3377565"/>
                <a:gd name="connsiteX4" fmla="*/ 1247966 w 2972634"/>
                <a:gd name="connsiteY4" fmla="*/ 302324 h 3377565"/>
                <a:gd name="connsiteX5" fmla="*/ 1843850 w 2972634"/>
                <a:gd name="connsiteY5" fmla="*/ 472916 h 3377565"/>
                <a:gd name="connsiteX6" fmla="*/ 2372106 w 2972634"/>
                <a:gd name="connsiteY6" fmla="*/ 934688 h 3377565"/>
                <a:gd name="connsiteX7" fmla="*/ 2635377 w 2972634"/>
                <a:gd name="connsiteY7" fmla="*/ 1471041 h 3377565"/>
                <a:gd name="connsiteX8" fmla="*/ 2630996 w 2972634"/>
                <a:gd name="connsiteY8" fmla="*/ 2037112 h 3377565"/>
                <a:gd name="connsiteX9" fmla="*/ 2555558 w 2972634"/>
                <a:gd name="connsiteY9" fmla="*/ 2200085 h 3377565"/>
                <a:gd name="connsiteX10" fmla="*/ 2429828 w 2972634"/>
                <a:gd name="connsiteY10" fmla="*/ 2280285 h 3377565"/>
                <a:gd name="connsiteX11" fmla="*/ 2040255 w 2972634"/>
                <a:gd name="connsiteY11" fmla="*/ 2560892 h 3377565"/>
                <a:gd name="connsiteX12" fmla="*/ 1873377 w 2972634"/>
                <a:gd name="connsiteY12" fmla="*/ 2739295 h 3377565"/>
                <a:gd name="connsiteX13" fmla="*/ 1553147 w 2972634"/>
                <a:gd name="connsiteY13" fmla="*/ 3048476 h 3377565"/>
                <a:gd name="connsiteX14" fmla="*/ 1247966 w 2972634"/>
                <a:gd name="connsiteY14" fmla="*/ 3149822 h 3377565"/>
                <a:gd name="connsiteX15" fmla="*/ 662083 w 2972634"/>
                <a:gd name="connsiteY15" fmla="*/ 3018377 h 3377565"/>
                <a:gd name="connsiteX16" fmla="*/ 197263 w 2972634"/>
                <a:gd name="connsiteY16" fmla="*/ 2661476 h 3377565"/>
                <a:gd name="connsiteX17" fmla="*/ 0 w 2972634"/>
                <a:gd name="connsiteY17" fmla="*/ 2360581 h 3377565"/>
                <a:gd name="connsiteX18" fmla="*/ 0 w 2972634"/>
                <a:gd name="connsiteY18" fmla="*/ 2894933 h 3377565"/>
                <a:gd name="connsiteX19" fmla="*/ 753428 w 2972634"/>
                <a:gd name="connsiteY19" fmla="*/ 3377565 h 3377565"/>
                <a:gd name="connsiteX20" fmla="*/ 1587341 w 2972634"/>
                <a:gd name="connsiteY20" fmla="*/ 3377565 h 3377565"/>
                <a:gd name="connsiteX21" fmla="*/ 2255996 w 2972634"/>
                <a:gd name="connsiteY21" fmla="*/ 2772823 h 3377565"/>
                <a:gd name="connsiteX22" fmla="*/ 2922270 w 2972634"/>
                <a:gd name="connsiteY22" fmla="*/ 2118551 h 3377565"/>
                <a:gd name="connsiteX23" fmla="*/ 1247966 w 2972634"/>
                <a:gd name="connsiteY23" fmla="*/ 0 h 337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2634" h="3377565">
                  <a:moveTo>
                    <a:pt x="1247966" y="0"/>
                  </a:moveTo>
                  <a:cubicBezTo>
                    <a:pt x="754285" y="0"/>
                    <a:pt x="309944" y="214694"/>
                    <a:pt x="0" y="557308"/>
                  </a:cubicBezTo>
                  <a:lnTo>
                    <a:pt x="0" y="1091660"/>
                  </a:lnTo>
                  <a:cubicBezTo>
                    <a:pt x="67437" y="953357"/>
                    <a:pt x="156019" y="827723"/>
                    <a:pt x="264414" y="717423"/>
                  </a:cubicBezTo>
                  <a:cubicBezTo>
                    <a:pt x="527399" y="449771"/>
                    <a:pt x="876776" y="302324"/>
                    <a:pt x="1247966" y="302324"/>
                  </a:cubicBezTo>
                  <a:cubicBezTo>
                    <a:pt x="1438370" y="302324"/>
                    <a:pt x="1644491" y="361283"/>
                    <a:pt x="1843850" y="472916"/>
                  </a:cubicBezTo>
                  <a:cubicBezTo>
                    <a:pt x="2046161" y="586169"/>
                    <a:pt x="2228755" y="745808"/>
                    <a:pt x="2372106" y="934688"/>
                  </a:cubicBezTo>
                  <a:cubicBezTo>
                    <a:pt x="2498884" y="1101757"/>
                    <a:pt x="2589848" y="1287209"/>
                    <a:pt x="2635377" y="1471041"/>
                  </a:cubicBezTo>
                  <a:cubicBezTo>
                    <a:pt x="2683288" y="1664779"/>
                    <a:pt x="2681859" y="1855279"/>
                    <a:pt x="2630996" y="2037112"/>
                  </a:cubicBezTo>
                  <a:cubicBezTo>
                    <a:pt x="2608993" y="2115788"/>
                    <a:pt x="2583656" y="2170557"/>
                    <a:pt x="2555558" y="2200085"/>
                  </a:cubicBezTo>
                  <a:cubicBezTo>
                    <a:pt x="2531650" y="2225135"/>
                    <a:pt x="2494121" y="2245900"/>
                    <a:pt x="2429828" y="2280285"/>
                  </a:cubicBezTo>
                  <a:cubicBezTo>
                    <a:pt x="2328482" y="2334578"/>
                    <a:pt x="2189607" y="2408873"/>
                    <a:pt x="2040255" y="2560892"/>
                  </a:cubicBezTo>
                  <a:cubicBezTo>
                    <a:pt x="1981486" y="2620709"/>
                    <a:pt x="1926527" y="2681002"/>
                    <a:pt x="1873377" y="2739295"/>
                  </a:cubicBezTo>
                  <a:cubicBezTo>
                    <a:pt x="1763839" y="2859405"/>
                    <a:pt x="1660398" y="2972943"/>
                    <a:pt x="1553147" y="3048476"/>
                  </a:cubicBezTo>
                  <a:cubicBezTo>
                    <a:pt x="1453610" y="3118580"/>
                    <a:pt x="1359503" y="3149822"/>
                    <a:pt x="1247966" y="3149822"/>
                  </a:cubicBezTo>
                  <a:cubicBezTo>
                    <a:pt x="1043178" y="3149822"/>
                    <a:pt x="846011" y="3105626"/>
                    <a:pt x="662083" y="3018377"/>
                  </a:cubicBezTo>
                  <a:cubicBezTo>
                    <a:pt x="486156" y="2934938"/>
                    <a:pt x="325374" y="2811494"/>
                    <a:pt x="197263" y="2661476"/>
                  </a:cubicBezTo>
                  <a:cubicBezTo>
                    <a:pt x="118682" y="2569464"/>
                    <a:pt x="52673" y="2468594"/>
                    <a:pt x="0" y="2360581"/>
                  </a:cubicBezTo>
                  <a:lnTo>
                    <a:pt x="0" y="2894933"/>
                  </a:lnTo>
                  <a:cubicBezTo>
                    <a:pt x="201930" y="3118104"/>
                    <a:pt x="460915" y="3286982"/>
                    <a:pt x="753428" y="3377565"/>
                  </a:cubicBezTo>
                  <a:lnTo>
                    <a:pt x="1587341" y="3377565"/>
                  </a:lnTo>
                  <a:cubicBezTo>
                    <a:pt x="1849850" y="3254312"/>
                    <a:pt x="2033492" y="2999327"/>
                    <a:pt x="2255996" y="2772823"/>
                  </a:cubicBezTo>
                  <a:cubicBezTo>
                    <a:pt x="2562892" y="2460498"/>
                    <a:pt x="2794159" y="2577084"/>
                    <a:pt x="2922270" y="211855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1BA3E7A-EB58-48E8-B67C-31A746641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913197" y="855729"/>
              <a:ext cx="5283829" cy="6003795"/>
            </a:xfrm>
            <a:custGeom>
              <a:avLst/>
              <a:gdLst>
                <a:gd name="connsiteX0" fmla="*/ 1247966 w 2972700"/>
                <a:gd name="connsiteY0" fmla="*/ 0 h 3377755"/>
                <a:gd name="connsiteX1" fmla="*/ 0 w 2972700"/>
                <a:gd name="connsiteY1" fmla="*/ 557308 h 3377755"/>
                <a:gd name="connsiteX2" fmla="*/ 0 w 2972700"/>
                <a:gd name="connsiteY2" fmla="*/ 1245489 h 3377755"/>
                <a:gd name="connsiteX3" fmla="*/ 20288 w 2972700"/>
                <a:gd name="connsiteY3" fmla="*/ 1193387 h 3377755"/>
                <a:gd name="connsiteX4" fmla="*/ 307467 w 2972700"/>
                <a:gd name="connsiteY4" fmla="*/ 759809 h 3377755"/>
                <a:gd name="connsiteX5" fmla="*/ 1247966 w 2972700"/>
                <a:gd name="connsiteY5" fmla="*/ 362903 h 3377755"/>
                <a:gd name="connsiteX6" fmla="*/ 1814322 w 2972700"/>
                <a:gd name="connsiteY6" fmla="*/ 525780 h 3377755"/>
                <a:gd name="connsiteX7" fmla="*/ 2324005 w 2972700"/>
                <a:gd name="connsiteY7" fmla="*/ 971360 h 3377755"/>
                <a:gd name="connsiteX8" fmla="*/ 2576703 w 2972700"/>
                <a:gd name="connsiteY8" fmla="*/ 1485710 h 3377755"/>
                <a:gd name="connsiteX9" fmla="*/ 2572798 w 2972700"/>
                <a:gd name="connsiteY9" fmla="*/ 2021015 h 3377755"/>
                <a:gd name="connsiteX10" fmla="*/ 2511838 w 2972700"/>
                <a:gd name="connsiteY10" fmla="*/ 2158556 h 3377755"/>
                <a:gd name="connsiteX11" fmla="*/ 2401348 w 2972700"/>
                <a:gd name="connsiteY11" fmla="*/ 2227136 h 3377755"/>
                <a:gd name="connsiteX12" fmla="*/ 1997107 w 2972700"/>
                <a:gd name="connsiteY12" fmla="*/ 2518696 h 3377755"/>
                <a:gd name="connsiteX13" fmla="*/ 1828705 w 2972700"/>
                <a:gd name="connsiteY13" fmla="*/ 2698718 h 3377755"/>
                <a:gd name="connsiteX14" fmla="*/ 1247966 w 2972700"/>
                <a:gd name="connsiteY14" fmla="*/ 3089529 h 3377755"/>
                <a:gd name="connsiteX15" fmla="*/ 687991 w 2972700"/>
                <a:gd name="connsiteY15" fmla="*/ 2963894 h 3377755"/>
                <a:gd name="connsiteX16" fmla="*/ 243269 w 2972700"/>
                <a:gd name="connsiteY16" fmla="*/ 2622328 h 3377755"/>
                <a:gd name="connsiteX17" fmla="*/ 2477 w 2972700"/>
                <a:gd name="connsiteY17" fmla="*/ 2213610 h 3377755"/>
                <a:gd name="connsiteX18" fmla="*/ 95 w 2972700"/>
                <a:gd name="connsiteY18" fmla="*/ 2206943 h 3377755"/>
                <a:gd name="connsiteX19" fmla="*/ 95 w 2972700"/>
                <a:gd name="connsiteY19" fmla="*/ 2895124 h 3377755"/>
                <a:gd name="connsiteX20" fmla="*/ 753523 w 2972700"/>
                <a:gd name="connsiteY20" fmla="*/ 3377756 h 3377755"/>
                <a:gd name="connsiteX21" fmla="*/ 1587437 w 2972700"/>
                <a:gd name="connsiteY21" fmla="*/ 3377756 h 3377755"/>
                <a:gd name="connsiteX22" fmla="*/ 2256092 w 2972700"/>
                <a:gd name="connsiteY22" fmla="*/ 2773013 h 3377755"/>
                <a:gd name="connsiteX23" fmla="*/ 2922365 w 2972700"/>
                <a:gd name="connsiteY23" fmla="*/ 2118741 h 3377755"/>
                <a:gd name="connsiteX24" fmla="*/ 1247966 w 2972700"/>
                <a:gd name="connsiteY24" fmla="*/ 0 h 337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72700" h="3377755">
                  <a:moveTo>
                    <a:pt x="1247966" y="0"/>
                  </a:moveTo>
                  <a:cubicBezTo>
                    <a:pt x="754285" y="0"/>
                    <a:pt x="309944" y="214694"/>
                    <a:pt x="0" y="557308"/>
                  </a:cubicBezTo>
                  <a:lnTo>
                    <a:pt x="0" y="1245489"/>
                  </a:lnTo>
                  <a:cubicBezTo>
                    <a:pt x="6477" y="1228058"/>
                    <a:pt x="13145" y="1210628"/>
                    <a:pt x="20288" y="1193387"/>
                  </a:cubicBezTo>
                  <a:cubicBezTo>
                    <a:pt x="87821" y="1030891"/>
                    <a:pt x="184404" y="885063"/>
                    <a:pt x="307467" y="759809"/>
                  </a:cubicBezTo>
                  <a:cubicBezTo>
                    <a:pt x="559118" y="503873"/>
                    <a:pt x="893064" y="362903"/>
                    <a:pt x="1247966" y="362903"/>
                  </a:cubicBezTo>
                  <a:cubicBezTo>
                    <a:pt x="1428083" y="362903"/>
                    <a:pt x="1623917" y="419195"/>
                    <a:pt x="1814322" y="525780"/>
                  </a:cubicBezTo>
                  <a:cubicBezTo>
                    <a:pt x="2009394" y="634937"/>
                    <a:pt x="2185607" y="789051"/>
                    <a:pt x="2324005" y="971360"/>
                  </a:cubicBezTo>
                  <a:cubicBezTo>
                    <a:pt x="2445830" y="1131856"/>
                    <a:pt x="2533174" y="1309688"/>
                    <a:pt x="2576703" y="1485710"/>
                  </a:cubicBezTo>
                  <a:cubicBezTo>
                    <a:pt x="2622042" y="1669161"/>
                    <a:pt x="2620804" y="1849279"/>
                    <a:pt x="2572798" y="2021015"/>
                  </a:cubicBezTo>
                  <a:cubicBezTo>
                    <a:pt x="2554034" y="2088071"/>
                    <a:pt x="2532412" y="2136934"/>
                    <a:pt x="2511838" y="2158556"/>
                  </a:cubicBezTo>
                  <a:cubicBezTo>
                    <a:pt x="2493455" y="2177796"/>
                    <a:pt x="2452878" y="2199608"/>
                    <a:pt x="2401348" y="2227136"/>
                  </a:cubicBezTo>
                  <a:cubicBezTo>
                    <a:pt x="2296573" y="2283238"/>
                    <a:pt x="2153031" y="2360010"/>
                    <a:pt x="1997107" y="2518696"/>
                  </a:cubicBezTo>
                  <a:cubicBezTo>
                    <a:pt x="1937576" y="2579370"/>
                    <a:pt x="1882235" y="2640044"/>
                    <a:pt x="1828705" y="2698718"/>
                  </a:cubicBezTo>
                  <a:cubicBezTo>
                    <a:pt x="1594580" y="2955512"/>
                    <a:pt x="1462468" y="3089529"/>
                    <a:pt x="1247966" y="3089529"/>
                  </a:cubicBezTo>
                  <a:cubicBezTo>
                    <a:pt x="1052227" y="3089529"/>
                    <a:pt x="863822" y="3047238"/>
                    <a:pt x="687991" y="2963894"/>
                  </a:cubicBezTo>
                  <a:cubicBezTo>
                    <a:pt x="519684" y="2884075"/>
                    <a:pt x="365855" y="2765965"/>
                    <a:pt x="243269" y="2622328"/>
                  </a:cubicBezTo>
                  <a:cubicBezTo>
                    <a:pt x="139541" y="2500884"/>
                    <a:pt x="58484" y="2363343"/>
                    <a:pt x="2477" y="2213610"/>
                  </a:cubicBezTo>
                  <a:cubicBezTo>
                    <a:pt x="1619" y="2211419"/>
                    <a:pt x="857" y="2209133"/>
                    <a:pt x="95" y="2206943"/>
                  </a:cubicBezTo>
                  <a:lnTo>
                    <a:pt x="95" y="2895124"/>
                  </a:lnTo>
                  <a:cubicBezTo>
                    <a:pt x="202025" y="3118295"/>
                    <a:pt x="461010" y="3287173"/>
                    <a:pt x="753523" y="3377756"/>
                  </a:cubicBezTo>
                  <a:lnTo>
                    <a:pt x="1587437" y="3377756"/>
                  </a:lnTo>
                  <a:cubicBezTo>
                    <a:pt x="1849946" y="3254502"/>
                    <a:pt x="2033588" y="2999518"/>
                    <a:pt x="2256092" y="2773013"/>
                  </a:cubicBezTo>
                  <a:cubicBezTo>
                    <a:pt x="2562987" y="2460689"/>
                    <a:pt x="2794254" y="2577275"/>
                    <a:pt x="2922365" y="2118741"/>
                  </a:cubicBezTo>
                  <a:cubicBezTo>
                    <a:pt x="3213830" y="1075182"/>
                    <a:pt x="2184654" y="0"/>
                    <a:pt x="1247966" y="0"/>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22" name="Freeform: Shape 21">
              <a:extLst>
                <a:ext uri="{FF2B5EF4-FFF2-40B4-BE49-F238E27FC236}">
                  <a16:creationId xmlns:a16="http://schemas.microsoft.com/office/drawing/2014/main" id="{85A1FD08-DCDA-4E01-BB3D-303ED3136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626306" y="695399"/>
              <a:ext cx="5570720" cy="6162601"/>
            </a:xfrm>
            <a:custGeom>
              <a:avLst/>
              <a:gdLst>
                <a:gd name="connsiteX0" fmla="*/ 1262253 w 3134106"/>
                <a:gd name="connsiteY0" fmla="*/ 0 h 3467100"/>
                <a:gd name="connsiteX1" fmla="*/ 0 w 3134106"/>
                <a:gd name="connsiteY1" fmla="*/ 482156 h 3467100"/>
                <a:gd name="connsiteX2" fmla="*/ 0 w 3134106"/>
                <a:gd name="connsiteY2" fmla="*/ 777526 h 3467100"/>
                <a:gd name="connsiteX3" fmla="*/ 106966 w 3134106"/>
                <a:gd name="connsiteY3" fmla="*/ 645319 h 3467100"/>
                <a:gd name="connsiteX4" fmla="*/ 621316 w 3134106"/>
                <a:gd name="connsiteY4" fmla="*/ 259556 h 3467100"/>
                <a:gd name="connsiteX5" fmla="*/ 658749 w 3134106"/>
                <a:gd name="connsiteY5" fmla="*/ 242888 h 3467100"/>
                <a:gd name="connsiteX6" fmla="*/ 696468 w 3134106"/>
                <a:gd name="connsiteY6" fmla="*/ 226790 h 3467100"/>
                <a:gd name="connsiteX7" fmla="*/ 734854 w 3134106"/>
                <a:gd name="connsiteY7" fmla="*/ 212217 h 3467100"/>
                <a:gd name="connsiteX8" fmla="*/ 773525 w 3134106"/>
                <a:gd name="connsiteY8" fmla="*/ 198215 h 3467100"/>
                <a:gd name="connsiteX9" fmla="*/ 812768 w 3134106"/>
                <a:gd name="connsiteY9" fmla="*/ 185642 h 3467100"/>
                <a:gd name="connsiteX10" fmla="*/ 852202 w 3134106"/>
                <a:gd name="connsiteY10" fmla="*/ 173736 h 3467100"/>
                <a:gd name="connsiteX11" fmla="*/ 892112 w 3134106"/>
                <a:gd name="connsiteY11" fmla="*/ 163354 h 3467100"/>
                <a:gd name="connsiteX12" fmla="*/ 912114 w 3134106"/>
                <a:gd name="connsiteY12" fmla="*/ 158210 h 3467100"/>
                <a:gd name="connsiteX13" fmla="*/ 922115 w 3134106"/>
                <a:gd name="connsiteY13" fmla="*/ 155639 h 3467100"/>
                <a:gd name="connsiteX14" fmla="*/ 932212 w 3134106"/>
                <a:gd name="connsiteY14" fmla="*/ 153543 h 3467100"/>
                <a:gd name="connsiteX15" fmla="*/ 1260634 w 3134106"/>
                <a:gd name="connsiteY15" fmla="*/ 117062 h 3467100"/>
                <a:gd name="connsiteX16" fmla="*/ 1587341 w 3134106"/>
                <a:gd name="connsiteY16" fmla="*/ 161544 h 3467100"/>
                <a:gd name="connsiteX17" fmla="*/ 1743647 w 3134106"/>
                <a:gd name="connsiteY17" fmla="*/ 213741 h 3467100"/>
                <a:gd name="connsiteX18" fmla="*/ 1892808 w 3134106"/>
                <a:gd name="connsiteY18" fmla="*/ 282702 h 3467100"/>
                <a:gd name="connsiteX19" fmla="*/ 2033683 w 3134106"/>
                <a:gd name="connsiteY19" fmla="*/ 365950 h 3467100"/>
                <a:gd name="connsiteX20" fmla="*/ 2165509 w 3134106"/>
                <a:gd name="connsiteY20" fmla="*/ 461677 h 3467100"/>
                <a:gd name="connsiteX21" fmla="*/ 2288286 w 3134106"/>
                <a:gd name="connsiteY21" fmla="*/ 567500 h 3467100"/>
                <a:gd name="connsiteX22" fmla="*/ 2401348 w 3134106"/>
                <a:gd name="connsiteY22" fmla="*/ 682371 h 3467100"/>
                <a:gd name="connsiteX23" fmla="*/ 2505075 w 3134106"/>
                <a:gd name="connsiteY23" fmla="*/ 804577 h 3467100"/>
                <a:gd name="connsiteX24" fmla="*/ 2598801 w 3134106"/>
                <a:gd name="connsiteY24" fmla="*/ 933355 h 3467100"/>
                <a:gd name="connsiteX25" fmla="*/ 2682240 w 3134106"/>
                <a:gd name="connsiteY25" fmla="*/ 1067943 h 3467100"/>
                <a:gd name="connsiteX26" fmla="*/ 2754725 w 3134106"/>
                <a:gd name="connsiteY26" fmla="*/ 1207770 h 3467100"/>
                <a:gd name="connsiteX27" fmla="*/ 2861596 w 3134106"/>
                <a:gd name="connsiteY27" fmla="*/ 1501140 h 3467100"/>
                <a:gd name="connsiteX28" fmla="*/ 2893314 w 3134106"/>
                <a:gd name="connsiteY28" fmla="*/ 1653254 h 3467100"/>
                <a:gd name="connsiteX29" fmla="*/ 2898743 w 3134106"/>
                <a:gd name="connsiteY29" fmla="*/ 1691640 h 3467100"/>
                <a:gd name="connsiteX30" fmla="*/ 2903220 w 3134106"/>
                <a:gd name="connsiteY30" fmla="*/ 1730216 h 3467100"/>
                <a:gd name="connsiteX31" fmla="*/ 2906840 w 3134106"/>
                <a:gd name="connsiteY31" fmla="*/ 1768888 h 3467100"/>
                <a:gd name="connsiteX32" fmla="*/ 2909221 w 3134106"/>
                <a:gd name="connsiteY32" fmla="*/ 1807655 h 3467100"/>
                <a:gd name="connsiteX33" fmla="*/ 2907506 w 3134106"/>
                <a:gd name="connsiteY33" fmla="*/ 1963007 h 3467100"/>
                <a:gd name="connsiteX34" fmla="*/ 2904458 w 3134106"/>
                <a:gd name="connsiteY34" fmla="*/ 2001869 h 3467100"/>
                <a:gd name="connsiteX35" fmla="*/ 2900267 w 3134106"/>
                <a:gd name="connsiteY35" fmla="*/ 2040636 h 3467100"/>
                <a:gd name="connsiteX36" fmla="*/ 2894648 w 3134106"/>
                <a:gd name="connsiteY36" fmla="*/ 2079308 h 3467100"/>
                <a:gd name="connsiteX37" fmla="*/ 2888075 w 3134106"/>
                <a:gd name="connsiteY37" fmla="*/ 2117884 h 3467100"/>
                <a:gd name="connsiteX38" fmla="*/ 2849785 w 3134106"/>
                <a:gd name="connsiteY38" fmla="*/ 2268855 h 3467100"/>
                <a:gd name="connsiteX39" fmla="*/ 2785491 w 3134106"/>
                <a:gd name="connsiteY39" fmla="*/ 2404777 h 3467100"/>
                <a:gd name="connsiteX40" fmla="*/ 2682049 w 3134106"/>
                <a:gd name="connsiteY40" fmla="*/ 2511647 h 3467100"/>
                <a:gd name="connsiteX41" fmla="*/ 2544318 w 3134106"/>
                <a:gd name="connsiteY41" fmla="*/ 2596229 h 3467100"/>
                <a:gd name="connsiteX42" fmla="*/ 2270474 w 3134106"/>
                <a:gd name="connsiteY42" fmla="*/ 2796349 h 3467100"/>
                <a:gd name="connsiteX43" fmla="*/ 2211896 w 3134106"/>
                <a:gd name="connsiteY43" fmla="*/ 2856357 h 3467100"/>
                <a:gd name="connsiteX44" fmla="*/ 2155127 w 3134106"/>
                <a:gd name="connsiteY44" fmla="*/ 2916936 h 3467100"/>
                <a:gd name="connsiteX45" fmla="*/ 2042636 w 3134106"/>
                <a:gd name="connsiteY45" fmla="*/ 3038094 h 3467100"/>
                <a:gd name="connsiteX46" fmla="*/ 1985963 w 3134106"/>
                <a:gd name="connsiteY46" fmla="*/ 3097721 h 3467100"/>
                <a:gd name="connsiteX47" fmla="*/ 1928051 w 3134106"/>
                <a:gd name="connsiteY47" fmla="*/ 3155728 h 3467100"/>
                <a:gd name="connsiteX48" fmla="*/ 1806702 w 3134106"/>
                <a:gd name="connsiteY48" fmla="*/ 3264313 h 3467100"/>
                <a:gd name="connsiteX49" fmla="*/ 1674400 w 3134106"/>
                <a:gd name="connsiteY49" fmla="*/ 3356134 h 3467100"/>
                <a:gd name="connsiteX50" fmla="*/ 1529906 w 3134106"/>
                <a:gd name="connsiteY50" fmla="*/ 3422333 h 3467100"/>
                <a:gd name="connsiteX51" fmla="*/ 1492187 w 3134106"/>
                <a:gd name="connsiteY51" fmla="*/ 3434048 h 3467100"/>
                <a:gd name="connsiteX52" fmla="*/ 1453896 w 3134106"/>
                <a:gd name="connsiteY52" fmla="*/ 3443669 h 3467100"/>
                <a:gd name="connsiteX53" fmla="*/ 1415129 w 3134106"/>
                <a:gd name="connsiteY53" fmla="*/ 3451003 h 3467100"/>
                <a:gd name="connsiteX54" fmla="*/ 1376077 w 3134106"/>
                <a:gd name="connsiteY54" fmla="*/ 3456241 h 3467100"/>
                <a:gd name="connsiteX55" fmla="*/ 1336834 w 3134106"/>
                <a:gd name="connsiteY55" fmla="*/ 3459480 h 3467100"/>
                <a:gd name="connsiteX56" fmla="*/ 1297496 w 3134106"/>
                <a:gd name="connsiteY56" fmla="*/ 3460718 h 3467100"/>
                <a:gd name="connsiteX57" fmla="*/ 1258062 w 3134106"/>
                <a:gd name="connsiteY57" fmla="*/ 3460052 h 3467100"/>
                <a:gd name="connsiteX58" fmla="*/ 1217676 w 3134106"/>
                <a:gd name="connsiteY58" fmla="*/ 3457480 h 3467100"/>
                <a:gd name="connsiteX59" fmla="*/ 900113 w 3134106"/>
                <a:gd name="connsiteY59" fmla="*/ 3406426 h 3467100"/>
                <a:gd name="connsiteX60" fmla="*/ 823246 w 3134106"/>
                <a:gd name="connsiteY60" fmla="*/ 3383947 h 3467100"/>
                <a:gd name="connsiteX61" fmla="*/ 747808 w 3134106"/>
                <a:gd name="connsiteY61" fmla="*/ 3357753 h 3467100"/>
                <a:gd name="connsiteX62" fmla="*/ 710660 w 3134106"/>
                <a:gd name="connsiteY62" fmla="*/ 3343370 h 3467100"/>
                <a:gd name="connsiteX63" fmla="*/ 673799 w 3134106"/>
                <a:gd name="connsiteY63" fmla="*/ 3328321 h 3467100"/>
                <a:gd name="connsiteX64" fmla="*/ 655415 w 3134106"/>
                <a:gd name="connsiteY64" fmla="*/ 3320796 h 3467100"/>
                <a:gd name="connsiteX65" fmla="*/ 637413 w 3134106"/>
                <a:gd name="connsiteY65" fmla="*/ 3312319 h 3467100"/>
                <a:gd name="connsiteX66" fmla="*/ 601409 w 3134106"/>
                <a:gd name="connsiteY66" fmla="*/ 3295460 h 3467100"/>
                <a:gd name="connsiteX67" fmla="*/ 96012 w 3134106"/>
                <a:gd name="connsiteY67" fmla="*/ 2922746 h 3467100"/>
                <a:gd name="connsiteX68" fmla="*/ 0 w 3134106"/>
                <a:gd name="connsiteY68" fmla="*/ 2808256 h 3467100"/>
                <a:gd name="connsiteX69" fmla="*/ 0 w 3134106"/>
                <a:gd name="connsiteY69" fmla="*/ 3204020 h 3467100"/>
                <a:gd name="connsiteX70" fmla="*/ 376523 w 3134106"/>
                <a:gd name="connsiteY70" fmla="*/ 3467100 h 3467100"/>
                <a:gd name="connsiteX71" fmla="*/ 2147983 w 3134106"/>
                <a:gd name="connsiteY71" fmla="*/ 3467100 h 3467100"/>
                <a:gd name="connsiteX72" fmla="*/ 3134106 w 3134106"/>
                <a:gd name="connsiteY72" fmla="*/ 1843088 h 3467100"/>
                <a:gd name="connsiteX73" fmla="*/ 1262253 w 3134106"/>
                <a:gd name="connsiteY73" fmla="*/ 0 h 346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34106" h="3467100">
                  <a:moveTo>
                    <a:pt x="1262253" y="0"/>
                  </a:moveTo>
                  <a:cubicBezTo>
                    <a:pt x="775907" y="0"/>
                    <a:pt x="332804" y="182690"/>
                    <a:pt x="0" y="482156"/>
                  </a:cubicBezTo>
                  <a:lnTo>
                    <a:pt x="0" y="777526"/>
                  </a:lnTo>
                  <a:cubicBezTo>
                    <a:pt x="33338" y="731901"/>
                    <a:pt x="68961" y="687705"/>
                    <a:pt x="106966" y="645319"/>
                  </a:cubicBezTo>
                  <a:cubicBezTo>
                    <a:pt x="248603" y="486632"/>
                    <a:pt x="423100" y="351854"/>
                    <a:pt x="621316" y="259556"/>
                  </a:cubicBezTo>
                  <a:lnTo>
                    <a:pt x="658749" y="242888"/>
                  </a:lnTo>
                  <a:cubicBezTo>
                    <a:pt x="671322" y="237458"/>
                    <a:pt x="683609" y="231362"/>
                    <a:pt x="696468" y="226790"/>
                  </a:cubicBezTo>
                  <a:lnTo>
                    <a:pt x="734854" y="212217"/>
                  </a:lnTo>
                  <a:cubicBezTo>
                    <a:pt x="747713" y="207550"/>
                    <a:pt x="760381" y="202121"/>
                    <a:pt x="773525" y="198215"/>
                  </a:cubicBezTo>
                  <a:lnTo>
                    <a:pt x="812768" y="185642"/>
                  </a:lnTo>
                  <a:cubicBezTo>
                    <a:pt x="825913" y="181547"/>
                    <a:pt x="838867" y="176879"/>
                    <a:pt x="852202" y="173736"/>
                  </a:cubicBezTo>
                  <a:lnTo>
                    <a:pt x="892112" y="163354"/>
                  </a:lnTo>
                  <a:lnTo>
                    <a:pt x="912114" y="158210"/>
                  </a:lnTo>
                  <a:lnTo>
                    <a:pt x="922115" y="155639"/>
                  </a:lnTo>
                  <a:lnTo>
                    <a:pt x="932212" y="153543"/>
                  </a:lnTo>
                  <a:cubicBezTo>
                    <a:pt x="1039749" y="129635"/>
                    <a:pt x="1150144" y="117443"/>
                    <a:pt x="1260634" y="117062"/>
                  </a:cubicBezTo>
                  <a:cubicBezTo>
                    <a:pt x="1370933" y="116967"/>
                    <a:pt x="1481138" y="132874"/>
                    <a:pt x="1587341" y="161544"/>
                  </a:cubicBezTo>
                  <a:cubicBezTo>
                    <a:pt x="1640491" y="175831"/>
                    <a:pt x="1692688" y="193358"/>
                    <a:pt x="1743647" y="213741"/>
                  </a:cubicBezTo>
                  <a:cubicBezTo>
                    <a:pt x="1794796" y="233744"/>
                    <a:pt x="1844421" y="257175"/>
                    <a:pt x="1892808" y="282702"/>
                  </a:cubicBezTo>
                  <a:cubicBezTo>
                    <a:pt x="1941290" y="308134"/>
                    <a:pt x="1988153" y="336233"/>
                    <a:pt x="2033683" y="365950"/>
                  </a:cubicBezTo>
                  <a:cubicBezTo>
                    <a:pt x="2079117" y="395954"/>
                    <a:pt x="2123027" y="428054"/>
                    <a:pt x="2165509" y="461677"/>
                  </a:cubicBezTo>
                  <a:cubicBezTo>
                    <a:pt x="2207990" y="495300"/>
                    <a:pt x="2248948" y="530733"/>
                    <a:pt x="2288286" y="567500"/>
                  </a:cubicBezTo>
                  <a:cubicBezTo>
                    <a:pt x="2327720" y="604266"/>
                    <a:pt x="2365153" y="642938"/>
                    <a:pt x="2401348" y="682371"/>
                  </a:cubicBezTo>
                  <a:cubicBezTo>
                    <a:pt x="2437543" y="721900"/>
                    <a:pt x="2472119" y="762667"/>
                    <a:pt x="2505075" y="804577"/>
                  </a:cubicBezTo>
                  <a:cubicBezTo>
                    <a:pt x="2537841" y="846677"/>
                    <a:pt x="2569369" y="889445"/>
                    <a:pt x="2598801" y="933355"/>
                  </a:cubicBezTo>
                  <a:cubicBezTo>
                    <a:pt x="2628329" y="977265"/>
                    <a:pt x="2656428" y="1022128"/>
                    <a:pt x="2682240" y="1067943"/>
                  </a:cubicBezTo>
                  <a:cubicBezTo>
                    <a:pt x="2708243" y="1113663"/>
                    <a:pt x="2732437" y="1160336"/>
                    <a:pt x="2754725" y="1207770"/>
                  </a:cubicBezTo>
                  <a:cubicBezTo>
                    <a:pt x="2799112" y="1302639"/>
                    <a:pt x="2835021" y="1400747"/>
                    <a:pt x="2861596" y="1501140"/>
                  </a:cubicBezTo>
                  <a:cubicBezTo>
                    <a:pt x="2874645" y="1551337"/>
                    <a:pt x="2885218" y="1602105"/>
                    <a:pt x="2893314" y="1653254"/>
                  </a:cubicBezTo>
                  <a:cubicBezTo>
                    <a:pt x="2895314" y="1666018"/>
                    <a:pt x="2897410" y="1678781"/>
                    <a:pt x="2898743" y="1691640"/>
                  </a:cubicBezTo>
                  <a:cubicBezTo>
                    <a:pt x="2900172" y="1704499"/>
                    <a:pt x="2902172" y="1717262"/>
                    <a:pt x="2903220" y="1730216"/>
                  </a:cubicBezTo>
                  <a:cubicBezTo>
                    <a:pt x="2904363" y="1743075"/>
                    <a:pt x="2905792" y="1755934"/>
                    <a:pt x="2906840" y="1768888"/>
                  </a:cubicBezTo>
                  <a:lnTo>
                    <a:pt x="2909221" y="1807655"/>
                  </a:lnTo>
                  <a:cubicBezTo>
                    <a:pt x="2911316" y="1859375"/>
                    <a:pt x="2911221" y="1911191"/>
                    <a:pt x="2907506" y="1963007"/>
                  </a:cubicBezTo>
                  <a:cubicBezTo>
                    <a:pt x="2906459" y="1975961"/>
                    <a:pt x="2906078" y="1988915"/>
                    <a:pt x="2904458" y="2001869"/>
                  </a:cubicBezTo>
                  <a:lnTo>
                    <a:pt x="2900267" y="2040636"/>
                  </a:lnTo>
                  <a:lnTo>
                    <a:pt x="2894648" y="2079308"/>
                  </a:lnTo>
                  <a:cubicBezTo>
                    <a:pt x="2892838" y="2092166"/>
                    <a:pt x="2890171" y="2104930"/>
                    <a:pt x="2888075" y="2117884"/>
                  </a:cubicBezTo>
                  <a:cubicBezTo>
                    <a:pt x="2878360" y="2169128"/>
                    <a:pt x="2866168" y="2220278"/>
                    <a:pt x="2849785" y="2268855"/>
                  </a:cubicBezTo>
                  <a:cubicBezTo>
                    <a:pt x="2833402" y="2317433"/>
                    <a:pt x="2813018" y="2363915"/>
                    <a:pt x="2785491" y="2404777"/>
                  </a:cubicBezTo>
                  <a:cubicBezTo>
                    <a:pt x="2758440" y="2446115"/>
                    <a:pt x="2723579" y="2481263"/>
                    <a:pt x="2682049" y="2511647"/>
                  </a:cubicBezTo>
                  <a:cubicBezTo>
                    <a:pt x="2640616" y="2542223"/>
                    <a:pt x="2592705" y="2568321"/>
                    <a:pt x="2544318" y="2596229"/>
                  </a:cubicBezTo>
                  <a:cubicBezTo>
                    <a:pt x="2446687" y="2650808"/>
                    <a:pt x="2350580" y="2716530"/>
                    <a:pt x="2270474" y="2796349"/>
                  </a:cubicBezTo>
                  <a:cubicBezTo>
                    <a:pt x="2250091" y="2816257"/>
                    <a:pt x="2230946" y="2836164"/>
                    <a:pt x="2211896" y="2856357"/>
                  </a:cubicBezTo>
                  <a:lnTo>
                    <a:pt x="2155127" y="2916936"/>
                  </a:lnTo>
                  <a:cubicBezTo>
                    <a:pt x="2117503" y="2957417"/>
                    <a:pt x="2080260" y="2998089"/>
                    <a:pt x="2042636" y="3038094"/>
                  </a:cubicBezTo>
                  <a:cubicBezTo>
                    <a:pt x="2023872" y="3058097"/>
                    <a:pt x="2005013" y="3078099"/>
                    <a:pt x="1985963" y="3097721"/>
                  </a:cubicBezTo>
                  <a:cubicBezTo>
                    <a:pt x="1966913" y="3117342"/>
                    <a:pt x="1947577" y="3136678"/>
                    <a:pt x="1928051" y="3155728"/>
                  </a:cubicBezTo>
                  <a:cubicBezTo>
                    <a:pt x="1889093" y="3193828"/>
                    <a:pt x="1848707" y="3230309"/>
                    <a:pt x="1806702" y="3264313"/>
                  </a:cubicBezTo>
                  <a:cubicBezTo>
                    <a:pt x="1764792" y="3298412"/>
                    <a:pt x="1720406" y="3329083"/>
                    <a:pt x="1674400" y="3356134"/>
                  </a:cubicBezTo>
                  <a:cubicBezTo>
                    <a:pt x="1628204" y="3382804"/>
                    <a:pt x="1579912" y="3405473"/>
                    <a:pt x="1529906" y="3422333"/>
                  </a:cubicBezTo>
                  <a:cubicBezTo>
                    <a:pt x="1517428" y="3426714"/>
                    <a:pt x="1504664" y="3430048"/>
                    <a:pt x="1492187" y="3434048"/>
                  </a:cubicBezTo>
                  <a:cubicBezTo>
                    <a:pt x="1479518" y="3437478"/>
                    <a:pt x="1466660" y="3440430"/>
                    <a:pt x="1453896" y="3443669"/>
                  </a:cubicBezTo>
                  <a:cubicBezTo>
                    <a:pt x="1440942" y="3446145"/>
                    <a:pt x="1428083" y="3448717"/>
                    <a:pt x="1415129" y="3451003"/>
                  </a:cubicBezTo>
                  <a:cubicBezTo>
                    <a:pt x="1402080" y="3452717"/>
                    <a:pt x="1389126" y="3454813"/>
                    <a:pt x="1376077" y="3456241"/>
                  </a:cubicBezTo>
                  <a:cubicBezTo>
                    <a:pt x="1362932" y="3457289"/>
                    <a:pt x="1349978" y="3458718"/>
                    <a:pt x="1336834" y="3459480"/>
                  </a:cubicBezTo>
                  <a:cubicBezTo>
                    <a:pt x="1323689" y="3459861"/>
                    <a:pt x="1310640" y="3460623"/>
                    <a:pt x="1297496" y="3460718"/>
                  </a:cubicBezTo>
                  <a:cubicBezTo>
                    <a:pt x="1284351" y="3460433"/>
                    <a:pt x="1271302" y="3460528"/>
                    <a:pt x="1258062" y="3460052"/>
                  </a:cubicBezTo>
                  <a:lnTo>
                    <a:pt x="1217676" y="3457480"/>
                  </a:lnTo>
                  <a:cubicBezTo>
                    <a:pt x="1110044" y="3450717"/>
                    <a:pt x="1003554" y="3433286"/>
                    <a:pt x="900113" y="3406426"/>
                  </a:cubicBezTo>
                  <a:lnTo>
                    <a:pt x="823246" y="3383947"/>
                  </a:lnTo>
                  <a:cubicBezTo>
                    <a:pt x="797909" y="3375660"/>
                    <a:pt x="772954" y="3366326"/>
                    <a:pt x="747808" y="3357753"/>
                  </a:cubicBezTo>
                  <a:cubicBezTo>
                    <a:pt x="735140" y="3353753"/>
                    <a:pt x="722948" y="3348323"/>
                    <a:pt x="710660" y="3343370"/>
                  </a:cubicBezTo>
                  <a:lnTo>
                    <a:pt x="673799" y="3328321"/>
                  </a:lnTo>
                  <a:lnTo>
                    <a:pt x="655415" y="3320796"/>
                  </a:lnTo>
                  <a:lnTo>
                    <a:pt x="637413" y="3312319"/>
                  </a:lnTo>
                  <a:lnTo>
                    <a:pt x="601409" y="3295460"/>
                  </a:lnTo>
                  <a:cubicBezTo>
                    <a:pt x="410909" y="3202877"/>
                    <a:pt x="238125" y="3076575"/>
                    <a:pt x="96012" y="2922746"/>
                  </a:cubicBezTo>
                  <a:cubicBezTo>
                    <a:pt x="62103" y="2886075"/>
                    <a:pt x="30194" y="2847785"/>
                    <a:pt x="0" y="2808256"/>
                  </a:cubicBezTo>
                  <a:lnTo>
                    <a:pt x="0" y="3204020"/>
                  </a:lnTo>
                  <a:cubicBezTo>
                    <a:pt x="113538" y="3306223"/>
                    <a:pt x="239935" y="3394710"/>
                    <a:pt x="376523" y="3467100"/>
                  </a:cubicBezTo>
                  <a:lnTo>
                    <a:pt x="2147983" y="3467100"/>
                  </a:lnTo>
                  <a:cubicBezTo>
                    <a:pt x="2735009" y="3156014"/>
                    <a:pt x="3134106" y="2545461"/>
                    <a:pt x="3134106" y="1843088"/>
                  </a:cubicBezTo>
                  <a:cubicBezTo>
                    <a:pt x="3134106" y="825151"/>
                    <a:pt x="2296097" y="0"/>
                    <a:pt x="1262253" y="0"/>
                  </a:cubicBez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15825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805F20-FEC8-5D3D-F6E4-F9825B32C3CD}"/>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C2FD7-9963-C698-7C7E-A7BBDC13FC74}"/>
              </a:ext>
            </a:extLst>
          </p:cNvPr>
          <p:cNvSpPr>
            <a:spLocks noGrp="1"/>
          </p:cNvSpPr>
          <p:nvPr>
            <p:ph type="title"/>
          </p:nvPr>
        </p:nvSpPr>
        <p:spPr>
          <a:xfrm>
            <a:off x="836679" y="723898"/>
            <a:ext cx="6002110" cy="1495425"/>
          </a:xfrm>
        </p:spPr>
        <p:txBody>
          <a:bodyPr>
            <a:normAutofit/>
          </a:bodyPr>
          <a:lstStyle/>
          <a:p>
            <a:r>
              <a:rPr lang="en-ZA" sz="4000" b="1"/>
              <a:t>Final Model Selection</a:t>
            </a:r>
          </a:p>
        </p:txBody>
      </p:sp>
      <p:pic>
        <p:nvPicPr>
          <p:cNvPr id="15" name="Picture 14">
            <a:extLst>
              <a:ext uri="{FF2B5EF4-FFF2-40B4-BE49-F238E27FC236}">
                <a16:creationId xmlns:a16="http://schemas.microsoft.com/office/drawing/2014/main" id="{6BDD83CC-6C10-A92A-584D-C9BE7D2FCBC4}"/>
              </a:ext>
            </a:extLst>
          </p:cNvPr>
          <p:cNvPicPr>
            <a:picLocks noChangeAspect="1"/>
          </p:cNvPicPr>
          <p:nvPr/>
        </p:nvPicPr>
        <p:blipFill>
          <a:blip r:embed="rId2"/>
          <a:srcRect l="19514" r="31892" b="-1"/>
          <a:stretch>
            <a:fillRect/>
          </a:stretch>
        </p:blipFill>
        <p:spPr>
          <a:xfrm>
            <a:off x="7199440" y="10"/>
            <a:ext cx="4992560" cy="6857990"/>
          </a:xfrm>
          <a:prstGeom prst="rect">
            <a:avLst/>
          </a:prstGeom>
          <a:effectLst/>
        </p:spPr>
      </p:pic>
      <p:graphicFrame>
        <p:nvGraphicFramePr>
          <p:cNvPr id="14" name="Content Placeholder 2">
            <a:extLst>
              <a:ext uri="{FF2B5EF4-FFF2-40B4-BE49-F238E27FC236}">
                <a16:creationId xmlns:a16="http://schemas.microsoft.com/office/drawing/2014/main" id="{4BDA846A-9F8C-8A52-779C-A5CD611921AD}"/>
              </a:ext>
            </a:extLst>
          </p:cNvPr>
          <p:cNvGraphicFramePr>
            <a:graphicFrameLocks noGrp="1"/>
          </p:cNvGraphicFramePr>
          <p:nvPr>
            <p:ph idx="1"/>
            <p:extLst>
              <p:ext uri="{D42A27DB-BD31-4B8C-83A1-F6EECF244321}">
                <p14:modId xmlns:p14="http://schemas.microsoft.com/office/powerpoint/2010/main" val="705567687"/>
              </p:ext>
            </p:extLst>
          </p:nvPr>
        </p:nvGraphicFramePr>
        <p:xfrm>
          <a:off x="836680" y="2405067"/>
          <a:ext cx="6002110" cy="37290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2762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0DB9A3-24D9-875D-E963-90B66084AD22}"/>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ight Triangle 3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A41F1F-3375-5D06-225F-25FB4B597AF7}"/>
              </a:ext>
            </a:extLst>
          </p:cNvPr>
          <p:cNvSpPr>
            <a:spLocks noGrp="1"/>
          </p:cNvSpPr>
          <p:nvPr>
            <p:ph type="title"/>
          </p:nvPr>
        </p:nvSpPr>
        <p:spPr>
          <a:xfrm>
            <a:off x="1285240" y="1050595"/>
            <a:ext cx="8074815" cy="1618489"/>
          </a:xfrm>
        </p:spPr>
        <p:txBody>
          <a:bodyPr anchor="ctr">
            <a:normAutofit/>
          </a:bodyPr>
          <a:lstStyle/>
          <a:p>
            <a:r>
              <a:rPr lang="en-ZA" sz="7200" b="1"/>
              <a:t>Conclusion</a:t>
            </a:r>
          </a:p>
        </p:txBody>
      </p:sp>
      <p:sp>
        <p:nvSpPr>
          <p:cNvPr id="3" name="Content Placeholder 2">
            <a:extLst>
              <a:ext uri="{FF2B5EF4-FFF2-40B4-BE49-F238E27FC236}">
                <a16:creationId xmlns:a16="http://schemas.microsoft.com/office/drawing/2014/main" id="{CADDA46A-79F5-CDB8-4E6F-0392A4F2215D}"/>
              </a:ext>
            </a:extLst>
          </p:cNvPr>
          <p:cNvSpPr>
            <a:spLocks noGrp="1"/>
          </p:cNvSpPr>
          <p:nvPr>
            <p:ph idx="1"/>
          </p:nvPr>
        </p:nvSpPr>
        <p:spPr>
          <a:xfrm>
            <a:off x="1285240" y="2969469"/>
            <a:ext cx="8074815" cy="2800395"/>
          </a:xfrm>
        </p:spPr>
        <p:txBody>
          <a:bodyPr anchor="t">
            <a:normAutofit/>
          </a:bodyPr>
          <a:lstStyle/>
          <a:p>
            <a:r>
              <a:rPr lang="en-ZA" sz="1700" dirty="0"/>
              <a:t>In conclusion, this study demonstrates that machine learning can effectively support the early detection and classification of anaemia using routine blood test data.</a:t>
            </a:r>
            <a:br>
              <a:rPr lang="en-ZA" sz="1700" dirty="0"/>
            </a:br>
            <a:r>
              <a:rPr lang="en-ZA" sz="1700" dirty="0"/>
              <a:t>While Logistic Regression and SVM performed well, ensemble models such as Random Forest and Gradient Boosting achieved the strongest and most consistent results.</a:t>
            </a:r>
          </a:p>
          <a:p>
            <a:r>
              <a:rPr lang="en-ZA" sz="1700" dirty="0"/>
              <a:t>These findings highlight the potential of machine learning as a </a:t>
            </a:r>
            <a:r>
              <a:rPr lang="en-ZA" sz="1700" b="1" dirty="0"/>
              <a:t>clinical decision-support tool</a:t>
            </a:r>
            <a:r>
              <a:rPr lang="en-ZA" sz="1700" dirty="0"/>
              <a:t>, particularly in settings where rapid and accessible screening is needed.</a:t>
            </a:r>
            <a:br>
              <a:rPr lang="en-ZA" sz="1700" dirty="0"/>
            </a:br>
            <a:r>
              <a:rPr lang="en-ZA" sz="1700" dirty="0"/>
              <a:t>With further validation, such models could help improve early diagnosis and patient outcomes.</a:t>
            </a:r>
          </a:p>
          <a:p>
            <a:endParaRPr lang="en-ZA" sz="1700" dirty="0"/>
          </a:p>
        </p:txBody>
      </p:sp>
    </p:spTree>
    <p:extLst>
      <p:ext uri="{BB962C8B-B14F-4D97-AF65-F5344CB8AC3E}">
        <p14:creationId xmlns:p14="http://schemas.microsoft.com/office/powerpoint/2010/main" val="1511855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1256</Words>
  <Application>Microsoft Office PowerPoint</Application>
  <PresentationFormat>Widescreen</PresentationFormat>
  <Paragraphs>55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Calibri</vt:lpstr>
      <vt:lpstr>Office Theme</vt:lpstr>
      <vt:lpstr>PowerPoint Presentation</vt:lpstr>
      <vt:lpstr>Problem Background</vt:lpstr>
      <vt:lpstr>Project Objective</vt:lpstr>
      <vt:lpstr>Dataset Description</vt:lpstr>
      <vt:lpstr>Data Preprocessing</vt:lpstr>
      <vt:lpstr>Models Used</vt:lpstr>
      <vt:lpstr>Model Tuning</vt:lpstr>
      <vt:lpstr>Evaluation Metrics</vt:lpstr>
      <vt:lpstr>Logistic Regression</vt:lpstr>
      <vt:lpstr>Support Vector Machine</vt:lpstr>
      <vt:lpstr>Decision Tree</vt:lpstr>
      <vt:lpstr>Random Forest</vt:lpstr>
      <vt:lpstr>Gradient Boosting</vt:lpstr>
      <vt:lpstr>ROC Curve Insights</vt:lpstr>
      <vt:lpstr>Overfitting Check</vt:lpstr>
      <vt:lpstr>Final Model Selection</vt:lpstr>
      <vt:lpstr>Conclusion</vt:lpstr>
    </vt:vector>
  </TitlesOfParts>
  <Company>University of Cape Town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Nombu Sithole</dc:creator>
  <cp:lastModifiedBy>Nombu Sithole</cp:lastModifiedBy>
  <cp:revision>1</cp:revision>
  <dcterms:created xsi:type="dcterms:W3CDTF">2026-02-05T17:49:11Z</dcterms:created>
  <dcterms:modified xsi:type="dcterms:W3CDTF">2026-02-09T17:15:48Z</dcterms:modified>
</cp:coreProperties>
</file>